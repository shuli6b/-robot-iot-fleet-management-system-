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2" r:id="rId3"/>
    <p:sldMasterId id="2147483674" r:id="rId4"/>
    <p:sldMasterId id="2147483686" r:id="rId5"/>
    <p:sldMasterId id="2147483698" r:id="rId6"/>
    <p:sldMasterId id="2147483710" r:id="rId7"/>
    <p:sldMasterId id="2147483722" r:id="rId8"/>
    <p:sldMasterId id="2147483734" r:id="rId9"/>
    <p:sldMasterId id="2147483746" r:id="rId10"/>
    <p:sldMasterId id="2147483758" r:id="rId11"/>
    <p:sldMasterId id="2147483770" r:id="rId12"/>
    <p:sldMasterId id="2147483782" r:id="rId13"/>
    <p:sldMasterId id="2147483794" r:id="rId14"/>
    <p:sldMasterId id="2147483806" r:id="rId15"/>
    <p:sldMasterId id="2147483818" r:id="rId16"/>
    <p:sldMasterId id="2147483830" r:id="rId17"/>
    <p:sldMasterId id="2147483842" r:id="rId18"/>
    <p:sldMasterId id="2147483854" r:id="rId19"/>
    <p:sldMasterId id="2147483866" r:id="rId20"/>
    <p:sldMasterId id="2147483878" r:id="rId21"/>
    <p:sldMasterId id="2147483890" r:id="rId22"/>
    <p:sldMasterId id="2147483902" r:id="rId23"/>
    <p:sldMasterId id="2147483914" r:id="rId24"/>
    <p:sldMasterId id="2147483926" r:id="rId25"/>
    <p:sldMasterId id="2147483938" r:id="rId26"/>
    <p:sldMasterId id="2147483950" r:id="rId27"/>
    <p:sldMasterId id="2147483962" r:id="rId28"/>
    <p:sldMasterId id="2147483974" r:id="rId29"/>
  </p:sldMasterIdLst>
  <p:notesMasterIdLst>
    <p:notesMasterId r:id="rId31"/>
  </p:notesMasterIdLst>
  <p:sldIdLst>
    <p:sldId id="2251" r:id="rId30"/>
    <p:sldId id="3250" r:id="rId32"/>
    <p:sldId id="3280" r:id="rId33"/>
    <p:sldId id="3279" r:id="rId34"/>
    <p:sldId id="3281" r:id="rId35"/>
    <p:sldId id="3271" r:id="rId36"/>
    <p:sldId id="3282" r:id="rId37"/>
    <p:sldId id="3283" r:id="rId38"/>
    <p:sldId id="3284" r:id="rId39"/>
    <p:sldId id="3286" r:id="rId40"/>
    <p:sldId id="3289" r:id="rId41"/>
    <p:sldId id="3287" r:id="rId42"/>
    <p:sldId id="3288" r:id="rId43"/>
    <p:sldId id="3290" r:id="rId44"/>
    <p:sldId id="3291" r:id="rId45"/>
    <p:sldId id="3292" r:id="rId46"/>
    <p:sldId id="3296" r:id="rId47"/>
    <p:sldId id="3293" r:id="rId48"/>
    <p:sldId id="3294" r:id="rId49"/>
    <p:sldId id="3295" r:id="rId50"/>
    <p:sldId id="3298" r:id="rId51"/>
    <p:sldId id="3297" r:id="rId52"/>
    <p:sldId id="3299" r:id="rId53"/>
    <p:sldId id="3300" r:id="rId54"/>
    <p:sldId id="3301" r:id="rId55"/>
    <p:sldId id="3302" r:id="rId56"/>
    <p:sldId id="3303" r:id="rId57"/>
    <p:sldId id="3304" r:id="rId58"/>
    <p:sldId id="3305" r:id="rId59"/>
    <p:sldId id="3306" r:id="rId60"/>
    <p:sldId id="3307" r:id="rId61"/>
    <p:sldId id="3308" r:id="rId62"/>
    <p:sldId id="3309" r:id="rId63"/>
    <p:sldId id="3310" r:id="rId64"/>
    <p:sldId id="3311" r:id="rId65"/>
    <p:sldId id="3312" r:id="rId66"/>
    <p:sldId id="3313" r:id="rId67"/>
    <p:sldId id="3314" r:id="rId68"/>
    <p:sldId id="3315" r:id="rId69"/>
    <p:sldId id="3316" r:id="rId70"/>
    <p:sldId id="3317" r:id="rId71"/>
    <p:sldId id="3318" r:id="rId72"/>
    <p:sldId id="3319" r:id="rId73"/>
    <p:sldId id="3320" r:id="rId74"/>
    <p:sldId id="3321" r:id="rId75"/>
    <p:sldId id="3322" r:id="rId76"/>
    <p:sldId id="3323" r:id="rId77"/>
    <p:sldId id="3324" r:id="rId78"/>
    <p:sldId id="3325" r:id="rId79"/>
    <p:sldId id="3326" r:id="rId80"/>
    <p:sldId id="3327" r:id="rId81"/>
    <p:sldId id="3328" r:id="rId82"/>
    <p:sldId id="3329" r:id="rId83"/>
    <p:sldId id="3330" r:id="rId84"/>
    <p:sldId id="3332" r:id="rId85"/>
    <p:sldId id="3331" r:id="rId86"/>
    <p:sldId id="3333" r:id="rId87"/>
    <p:sldId id="3334" r:id="rId88"/>
    <p:sldId id="3335" r:id="rId89"/>
    <p:sldId id="3336" r:id="rId90"/>
    <p:sldId id="3337" r:id="rId91"/>
    <p:sldId id="3341" r:id="rId92"/>
    <p:sldId id="3338" r:id="rId93"/>
    <p:sldId id="3340" r:id="rId94"/>
    <p:sldId id="3339" r:id="rId95"/>
    <p:sldId id="3342" r:id="rId96"/>
    <p:sldId id="3258" r:id="rId97"/>
  </p:sldIdLst>
  <p:sldSz cx="9144000" cy="5143500"/>
  <p:notesSz cx="10234930" cy="7102475"/>
  <p:custDataLst>
    <p:tags r:id="rId101"/>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1pPr>
    <a:lvl2pPr marL="357505" lvl="1" indent="77470"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2pPr>
    <a:lvl3pPr marL="727075" lvl="2" indent="165100"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3pPr>
    <a:lvl4pPr marL="1097280" lvl="3" indent="252095"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4pPr>
    <a:lvl5pPr marL="1465580" lvl="4" indent="340995"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5pPr>
    <a:lvl6pPr marL="2286000" lvl="5" indent="340995"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6pPr>
    <a:lvl7pPr marL="2743200" lvl="6" indent="340995"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7pPr>
    <a:lvl8pPr marL="3200400" lvl="7" indent="340995"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8pPr>
    <a:lvl9pPr marL="3657600" lvl="8" indent="340995" algn="l" defTabSz="914400" rtl="0" eaLnBrk="0" fontAlgn="base" latinLnBrk="0" hangingPunct="0">
      <a:lnSpc>
        <a:spcPct val="100000"/>
      </a:lnSpc>
      <a:spcBef>
        <a:spcPct val="0"/>
      </a:spcBef>
      <a:spcAft>
        <a:spcPct val="0"/>
      </a:spcAft>
      <a:buNone/>
      <a:defRPr b="0" i="0" u="none" kern="1200" baseline="0">
        <a:solidFill>
          <a:schemeClr val="accent1"/>
        </a:solidFill>
        <a:latin typeface="黑体" panose="02010609060101010101" pitchFamily="49" charset="-122"/>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FF6600"/>
    <a:srgbClr val="FF3300"/>
    <a:srgbClr val="FF9933"/>
    <a:srgbClr val="3618E8"/>
    <a:srgbClr val="1A0FF1"/>
    <a:srgbClr val="0000CC"/>
    <a:srgbClr val="003399"/>
    <a:srgbClr val="D78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5808"/>
    <p:restoredTop sz="94805"/>
  </p:normalViewPr>
  <p:slideViewPr>
    <p:cSldViewPr showGuides="1">
      <p:cViewPr varScale="1">
        <p:scale>
          <a:sx n="107" d="100"/>
          <a:sy n="107" d="100"/>
        </p:scale>
        <p:origin x="1205" y="82"/>
      </p:cViewPr>
      <p:guideLst>
        <p:guide orient="horz" pos="3116"/>
        <p:guide orient="horz" pos="3181"/>
        <p:guide orient="horz" pos="624"/>
        <p:guide orient="horz" pos="-4"/>
        <p:guide pos="3003"/>
        <p:guide pos="45"/>
        <p:guide pos="5443"/>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viewProps" Target="viewProps.xml"/><Relationship Id="rId98" Type="http://schemas.openxmlformats.org/officeDocument/2006/relationships/presProps" Target="presProps.xml"/><Relationship Id="rId97" Type="http://schemas.openxmlformats.org/officeDocument/2006/relationships/slide" Target="slides/slide67.xml"/><Relationship Id="rId96" Type="http://schemas.openxmlformats.org/officeDocument/2006/relationships/slide" Target="slides/slide66.xml"/><Relationship Id="rId95" Type="http://schemas.openxmlformats.org/officeDocument/2006/relationships/slide" Target="slides/slide65.xml"/><Relationship Id="rId94" Type="http://schemas.openxmlformats.org/officeDocument/2006/relationships/slide" Target="slides/slide64.xml"/><Relationship Id="rId93" Type="http://schemas.openxmlformats.org/officeDocument/2006/relationships/slide" Target="slides/slide63.xml"/><Relationship Id="rId92" Type="http://schemas.openxmlformats.org/officeDocument/2006/relationships/slide" Target="slides/slide62.xml"/><Relationship Id="rId91" Type="http://schemas.openxmlformats.org/officeDocument/2006/relationships/slide" Target="slides/slide61.xml"/><Relationship Id="rId90" Type="http://schemas.openxmlformats.org/officeDocument/2006/relationships/slide" Target="slides/slide60.xml"/><Relationship Id="rId9" Type="http://schemas.openxmlformats.org/officeDocument/2006/relationships/slideMaster" Target="slideMasters/slideMaster8.xml"/><Relationship Id="rId89" Type="http://schemas.openxmlformats.org/officeDocument/2006/relationships/slide" Target="slides/slide59.xml"/><Relationship Id="rId88" Type="http://schemas.openxmlformats.org/officeDocument/2006/relationships/slide" Target="slides/slide58.xml"/><Relationship Id="rId87" Type="http://schemas.openxmlformats.org/officeDocument/2006/relationships/slide" Target="slides/slide57.xml"/><Relationship Id="rId86" Type="http://schemas.openxmlformats.org/officeDocument/2006/relationships/slide" Target="slides/slide56.xml"/><Relationship Id="rId85" Type="http://schemas.openxmlformats.org/officeDocument/2006/relationships/slide" Target="slides/slide55.xml"/><Relationship Id="rId84" Type="http://schemas.openxmlformats.org/officeDocument/2006/relationships/slide" Target="slides/slide54.xml"/><Relationship Id="rId83" Type="http://schemas.openxmlformats.org/officeDocument/2006/relationships/slide" Target="slides/slide53.xml"/><Relationship Id="rId82" Type="http://schemas.openxmlformats.org/officeDocument/2006/relationships/slide" Target="slides/slide52.xml"/><Relationship Id="rId81" Type="http://schemas.openxmlformats.org/officeDocument/2006/relationships/slide" Target="slides/slide51.xml"/><Relationship Id="rId80" Type="http://schemas.openxmlformats.org/officeDocument/2006/relationships/slide" Target="slides/slide50.xml"/><Relationship Id="rId8" Type="http://schemas.openxmlformats.org/officeDocument/2006/relationships/slideMaster" Target="slideMasters/slideMaster7.xml"/><Relationship Id="rId79" Type="http://schemas.openxmlformats.org/officeDocument/2006/relationships/slide" Target="slides/slide49.xml"/><Relationship Id="rId78" Type="http://schemas.openxmlformats.org/officeDocument/2006/relationships/slide" Target="slides/slide48.xml"/><Relationship Id="rId77" Type="http://schemas.openxmlformats.org/officeDocument/2006/relationships/slide" Target="slides/slide47.xml"/><Relationship Id="rId76" Type="http://schemas.openxmlformats.org/officeDocument/2006/relationships/slide" Target="slides/slide46.xml"/><Relationship Id="rId75" Type="http://schemas.openxmlformats.org/officeDocument/2006/relationships/slide" Target="slides/slide45.xml"/><Relationship Id="rId74" Type="http://schemas.openxmlformats.org/officeDocument/2006/relationships/slide" Target="slides/slide44.xml"/><Relationship Id="rId73" Type="http://schemas.openxmlformats.org/officeDocument/2006/relationships/slide" Target="slides/slide43.xml"/><Relationship Id="rId72" Type="http://schemas.openxmlformats.org/officeDocument/2006/relationships/slide" Target="slides/slide42.xml"/><Relationship Id="rId71" Type="http://schemas.openxmlformats.org/officeDocument/2006/relationships/slide" Target="slides/slide41.xml"/><Relationship Id="rId70" Type="http://schemas.openxmlformats.org/officeDocument/2006/relationships/slide" Target="slides/slide40.xml"/><Relationship Id="rId7" Type="http://schemas.openxmlformats.org/officeDocument/2006/relationships/slideMaster" Target="slideMasters/slideMaster6.xml"/><Relationship Id="rId69" Type="http://schemas.openxmlformats.org/officeDocument/2006/relationships/slide" Target="slides/slide39.xml"/><Relationship Id="rId68" Type="http://schemas.openxmlformats.org/officeDocument/2006/relationships/slide" Target="slides/slide38.xml"/><Relationship Id="rId67" Type="http://schemas.openxmlformats.org/officeDocument/2006/relationships/slide" Target="slides/slide37.xml"/><Relationship Id="rId66" Type="http://schemas.openxmlformats.org/officeDocument/2006/relationships/slide" Target="slides/slide36.xml"/><Relationship Id="rId65" Type="http://schemas.openxmlformats.org/officeDocument/2006/relationships/slide" Target="slides/slide35.xml"/><Relationship Id="rId64" Type="http://schemas.openxmlformats.org/officeDocument/2006/relationships/slide" Target="slides/slide34.xml"/><Relationship Id="rId63" Type="http://schemas.openxmlformats.org/officeDocument/2006/relationships/slide" Target="slides/slide33.xml"/><Relationship Id="rId62" Type="http://schemas.openxmlformats.org/officeDocument/2006/relationships/slide" Target="slides/slide32.xml"/><Relationship Id="rId61" Type="http://schemas.openxmlformats.org/officeDocument/2006/relationships/slide" Target="slides/slide31.xml"/><Relationship Id="rId60" Type="http://schemas.openxmlformats.org/officeDocument/2006/relationships/slide" Target="slides/slide30.xml"/><Relationship Id="rId6" Type="http://schemas.openxmlformats.org/officeDocument/2006/relationships/slideMaster" Target="slideMasters/slideMaster5.xml"/><Relationship Id="rId59" Type="http://schemas.openxmlformats.org/officeDocument/2006/relationships/slide" Target="slides/slide29.xml"/><Relationship Id="rId58" Type="http://schemas.openxmlformats.org/officeDocument/2006/relationships/slide" Target="slides/slide28.xml"/><Relationship Id="rId57" Type="http://schemas.openxmlformats.org/officeDocument/2006/relationships/slide" Target="slides/slide27.xml"/><Relationship Id="rId56" Type="http://schemas.openxmlformats.org/officeDocument/2006/relationships/slide" Target="slides/slide26.xml"/><Relationship Id="rId55" Type="http://schemas.openxmlformats.org/officeDocument/2006/relationships/slide" Target="slides/slide25.xml"/><Relationship Id="rId54" Type="http://schemas.openxmlformats.org/officeDocument/2006/relationships/slide" Target="slides/slide24.xml"/><Relationship Id="rId53" Type="http://schemas.openxmlformats.org/officeDocument/2006/relationships/slide" Target="slides/slide23.xml"/><Relationship Id="rId52" Type="http://schemas.openxmlformats.org/officeDocument/2006/relationships/slide" Target="slides/slide22.xml"/><Relationship Id="rId51" Type="http://schemas.openxmlformats.org/officeDocument/2006/relationships/slide" Target="slides/slide21.xml"/><Relationship Id="rId50" Type="http://schemas.openxmlformats.org/officeDocument/2006/relationships/slide" Target="slides/slide20.xml"/><Relationship Id="rId5" Type="http://schemas.openxmlformats.org/officeDocument/2006/relationships/slideMaster" Target="slideMasters/slideMaster4.xml"/><Relationship Id="rId49" Type="http://schemas.openxmlformats.org/officeDocument/2006/relationships/slide" Target="slides/slide19.xml"/><Relationship Id="rId48" Type="http://schemas.openxmlformats.org/officeDocument/2006/relationships/slide" Target="slides/slide18.xml"/><Relationship Id="rId47" Type="http://schemas.openxmlformats.org/officeDocument/2006/relationships/slide" Target="slides/slide17.xml"/><Relationship Id="rId46" Type="http://schemas.openxmlformats.org/officeDocument/2006/relationships/slide" Target="slides/slide16.xml"/><Relationship Id="rId45" Type="http://schemas.openxmlformats.org/officeDocument/2006/relationships/slide" Target="slides/slide15.xml"/><Relationship Id="rId44" Type="http://schemas.openxmlformats.org/officeDocument/2006/relationships/slide" Target="slides/slide14.xml"/><Relationship Id="rId43" Type="http://schemas.openxmlformats.org/officeDocument/2006/relationships/slide" Target="slides/slide13.xml"/><Relationship Id="rId42" Type="http://schemas.openxmlformats.org/officeDocument/2006/relationships/slide" Target="slides/slide12.xml"/><Relationship Id="rId41" Type="http://schemas.openxmlformats.org/officeDocument/2006/relationships/slide" Target="slides/slide11.xml"/><Relationship Id="rId40" Type="http://schemas.openxmlformats.org/officeDocument/2006/relationships/slide" Target="slides/slide10.xml"/><Relationship Id="rId4" Type="http://schemas.openxmlformats.org/officeDocument/2006/relationships/slideMaster" Target="slideMasters/slideMaster3.xml"/><Relationship Id="rId39" Type="http://schemas.openxmlformats.org/officeDocument/2006/relationships/slide" Target="slides/slide9.xml"/><Relationship Id="rId38" Type="http://schemas.openxmlformats.org/officeDocument/2006/relationships/slide" Target="slides/slide8.xml"/><Relationship Id="rId37" Type="http://schemas.openxmlformats.org/officeDocument/2006/relationships/slide" Target="slides/slide7.xml"/><Relationship Id="rId36" Type="http://schemas.openxmlformats.org/officeDocument/2006/relationships/slide" Target="slides/slide6.xml"/><Relationship Id="rId35" Type="http://schemas.openxmlformats.org/officeDocument/2006/relationships/slide" Target="slides/slide5.xml"/><Relationship Id="rId34" Type="http://schemas.openxmlformats.org/officeDocument/2006/relationships/slide" Target="slides/slide4.xml"/><Relationship Id="rId33" Type="http://schemas.openxmlformats.org/officeDocument/2006/relationships/slide" Target="slides/slide3.xml"/><Relationship Id="rId32" Type="http://schemas.openxmlformats.org/officeDocument/2006/relationships/slide" Target="slides/slide2.xml"/><Relationship Id="rId31" Type="http://schemas.openxmlformats.org/officeDocument/2006/relationships/notesMaster" Target="notesMasters/notesMaster1.xml"/><Relationship Id="rId30"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1" Type="http://schemas.openxmlformats.org/officeDocument/2006/relationships/tags" Target="tags/tag1.xml"/><Relationship Id="rId100" Type="http://schemas.openxmlformats.org/officeDocument/2006/relationships/tableStyles" Target="tableStyles.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9698" name="Rectangle 2"/>
          <p:cNvSpPr>
            <a:spLocks noGrp="1" noChangeArrowheads="1"/>
          </p:cNvSpPr>
          <p:nvPr>
            <p:ph type="hdr" sz="quarter"/>
          </p:nvPr>
        </p:nvSpPr>
        <p:spPr bwMode="auto">
          <a:xfrm>
            <a:off x="0" y="0"/>
            <a:ext cx="4435475" cy="355600"/>
          </a:xfrm>
          <a:prstGeom prst="rect">
            <a:avLst/>
          </a:prstGeom>
          <a:noFill/>
          <a:ln w="9525">
            <a:noFill/>
            <a:miter lim="800000"/>
          </a:ln>
        </p:spPr>
        <p:txBody>
          <a:bodyPr vert="horz" wrap="square" lIns="99066" tIns="49533" rIns="99066" bIns="49533" numCol="1" anchor="t" anchorCtr="0" compatLnSpc="1"/>
          <a:lstStyle>
            <a:lvl1pPr eaLnBrk="1" hangingPunct="1">
              <a:buFont typeface="Wingdings" panose="05000000000000000000" pitchFamily="2" charset="2"/>
              <a:buNone/>
              <a:defRPr sz="1300">
                <a:solidFill>
                  <a:schemeClr val="tx1"/>
                </a:solidFill>
                <a:latin typeface="Arial" panose="020B0604020202020204" pitchFamily="34" charset="0"/>
                <a:ea typeface="华文细黑" panose="0201060004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29699" name="Rectangle 3"/>
          <p:cNvSpPr>
            <a:spLocks noGrp="1" noChangeArrowheads="1"/>
          </p:cNvSpPr>
          <p:nvPr>
            <p:ph type="dt" idx="1"/>
          </p:nvPr>
        </p:nvSpPr>
        <p:spPr bwMode="auto">
          <a:xfrm>
            <a:off x="5797550" y="0"/>
            <a:ext cx="4435475" cy="355600"/>
          </a:xfrm>
          <a:prstGeom prst="rect">
            <a:avLst/>
          </a:prstGeom>
          <a:noFill/>
          <a:ln w="9525">
            <a:noFill/>
            <a:miter lim="800000"/>
          </a:ln>
        </p:spPr>
        <p:txBody>
          <a:bodyPr vert="horz" wrap="square" lIns="99066" tIns="49533" rIns="99066" bIns="49533" numCol="1" anchor="t" anchorCtr="0" compatLnSpc="1"/>
          <a:lstStyle>
            <a:lvl1pPr algn="r" eaLnBrk="1" hangingPunct="1">
              <a:buFont typeface="Wingdings" panose="05000000000000000000" pitchFamily="2" charset="2"/>
              <a:buNone/>
              <a:defRPr sz="1300">
                <a:solidFill>
                  <a:schemeClr val="tx1"/>
                </a:solidFill>
                <a:latin typeface="Arial" panose="020B0604020202020204" pitchFamily="34" charset="0"/>
                <a:ea typeface="华文细黑" panose="0201060004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25604" name="Rectangle 4"/>
          <p:cNvSpPr>
            <a:spLocks noGrp="1"/>
          </p:cNvSpPr>
          <p:nvPr>
            <p:ph type="sldImg"/>
          </p:nvPr>
        </p:nvSpPr>
        <p:spPr>
          <a:xfrm>
            <a:off x="2751138" y="533400"/>
            <a:ext cx="4732337" cy="2662238"/>
          </a:xfrm>
          <a:prstGeom prst="rect">
            <a:avLst/>
          </a:prstGeom>
          <a:noFill/>
          <a:ln w="9525">
            <a:noFill/>
          </a:ln>
        </p:spPr>
      </p:sp>
      <p:sp>
        <p:nvSpPr>
          <p:cNvPr id="29701" name="Rectangle 5"/>
          <p:cNvSpPr>
            <a:spLocks noGrp="1" noChangeArrowheads="1"/>
          </p:cNvSpPr>
          <p:nvPr>
            <p:ph type="body" sz="quarter" idx="3"/>
          </p:nvPr>
        </p:nvSpPr>
        <p:spPr bwMode="auto">
          <a:xfrm>
            <a:off x="1023938" y="3373438"/>
            <a:ext cx="8186738" cy="3195638"/>
          </a:xfrm>
          <a:prstGeom prst="rect">
            <a:avLst/>
          </a:prstGeom>
          <a:noFill/>
          <a:ln w="9525">
            <a:noFill/>
            <a:miter lim="800000"/>
          </a:ln>
        </p:spPr>
        <p:txBody>
          <a:bodyPr vert="horz" wrap="square" lIns="99066" tIns="49533" rIns="99066" bIns="49533"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357505" marR="0" lvl="1" indent="0" algn="l" defTabSz="914400" rtl="0" eaLnBrk="0" fontAlgn="base" latinLnBrk="0" hangingPunct="0">
              <a:lnSpc>
                <a:spcPct val="100000"/>
              </a:lnSpc>
              <a:spcBef>
                <a:spcPct val="3000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727075" marR="0" lvl="2" indent="0" algn="l" defTabSz="914400" rtl="0" eaLnBrk="0" fontAlgn="base" latinLnBrk="0" hangingPunct="0">
              <a:lnSpc>
                <a:spcPct val="100000"/>
              </a:lnSpc>
              <a:spcBef>
                <a:spcPct val="3000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097280" marR="0" lvl="3" indent="0" algn="l" defTabSz="914400" rtl="0" eaLnBrk="0" fontAlgn="base" latinLnBrk="0" hangingPunct="0">
              <a:lnSpc>
                <a:spcPct val="100000"/>
              </a:lnSpc>
              <a:spcBef>
                <a:spcPct val="3000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465580" marR="0" lvl="4" indent="0" algn="l" defTabSz="914400" rtl="0" eaLnBrk="0" fontAlgn="base" latinLnBrk="0" hangingPunct="0">
              <a:lnSpc>
                <a:spcPct val="100000"/>
              </a:lnSpc>
              <a:spcBef>
                <a:spcPct val="30000"/>
              </a:spcBef>
              <a:spcAft>
                <a:spcPct val="0"/>
              </a:spcAft>
              <a:buClrTx/>
              <a:buSzTx/>
              <a:buFontTx/>
              <a:buNone/>
              <a:defRPr/>
            </a:pPr>
            <a:r>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2" name="Rectangle 6"/>
          <p:cNvSpPr>
            <a:spLocks noGrp="1" noChangeArrowheads="1"/>
          </p:cNvSpPr>
          <p:nvPr>
            <p:ph type="ftr" sz="quarter" idx="4"/>
          </p:nvPr>
        </p:nvSpPr>
        <p:spPr bwMode="auto">
          <a:xfrm>
            <a:off x="0" y="6746875"/>
            <a:ext cx="4435475" cy="354013"/>
          </a:xfrm>
          <a:prstGeom prst="rect">
            <a:avLst/>
          </a:prstGeom>
          <a:noFill/>
          <a:ln w="9525">
            <a:noFill/>
            <a:miter lim="800000"/>
          </a:ln>
        </p:spPr>
        <p:txBody>
          <a:bodyPr vert="horz" wrap="square" lIns="99066" tIns="49533" rIns="99066" bIns="49533" numCol="1" anchor="b" anchorCtr="0" compatLnSpc="1"/>
          <a:lstStyle>
            <a:lvl1pPr eaLnBrk="1" hangingPunct="1">
              <a:buFont typeface="Wingdings" panose="05000000000000000000" pitchFamily="2" charset="2"/>
              <a:buNone/>
              <a:defRPr sz="1300">
                <a:solidFill>
                  <a:schemeClr val="tx1"/>
                </a:solidFill>
                <a:latin typeface="Arial" panose="020B0604020202020204" pitchFamily="34" charset="0"/>
                <a:ea typeface="华文细黑" panose="0201060004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
        <p:nvSpPr>
          <p:cNvPr id="29703" name="Rectangle 7"/>
          <p:cNvSpPr>
            <a:spLocks noGrp="1" noChangeArrowheads="1"/>
          </p:cNvSpPr>
          <p:nvPr>
            <p:ph type="sldNum" sz="quarter" idx="5"/>
          </p:nvPr>
        </p:nvSpPr>
        <p:spPr bwMode="auto">
          <a:xfrm>
            <a:off x="5797550" y="6746875"/>
            <a:ext cx="4435475" cy="354013"/>
          </a:xfrm>
          <a:prstGeom prst="rect">
            <a:avLst/>
          </a:prstGeom>
          <a:noFill/>
          <a:ln w="9525">
            <a:noFill/>
            <a:miter lim="800000"/>
          </a:ln>
        </p:spPr>
        <p:txBody>
          <a:bodyPr vert="horz" wrap="square" lIns="99066" tIns="49533" rIns="99066" bIns="49533" numCol="1" anchor="b" anchorCtr="0" compatLnSpc="1"/>
          <a:lstStyle>
            <a:lvl1pPr algn="r" eaLnBrk="1" hangingPunct="1">
              <a:buFont typeface="Wingdings" panose="05000000000000000000" pitchFamily="2" charset="2"/>
              <a:buNone/>
              <a:defRPr sz="1300">
                <a:solidFill>
                  <a:schemeClr val="tx1"/>
                </a:solidFill>
                <a:latin typeface="Arial" panose="020B0604020202020204" pitchFamily="34" charset="0"/>
                <a:ea typeface="华文细黑" panose="0201060004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FA5A5022-55D4-4834-8050-6B5E6B96C70F}"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华文细黑" panose="0201060004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357505"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2pPr>
    <a:lvl3pPr marL="727075"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3pPr>
    <a:lvl4pPr marL="1097280"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4pPr>
    <a:lvl5pPr marL="1465580" algn="l" rtl="0" eaLnBrk="0" fontAlgn="base" hangingPunct="0">
      <a:spcBef>
        <a:spcPct val="30000"/>
      </a:spcBef>
      <a:spcAft>
        <a:spcPct val="0"/>
      </a:spcAft>
      <a:defRPr sz="1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7650" name="Rectangle 7"/>
          <p:cNvSpPr txBox="1">
            <a:spLocks noGrp="1"/>
          </p:cNvSpPr>
          <p:nvPr/>
        </p:nvSpPr>
        <p:spPr>
          <a:xfrm>
            <a:off x="5792788" y="6745288"/>
            <a:ext cx="4437062" cy="355600"/>
          </a:xfrm>
          <a:prstGeom prst="rect">
            <a:avLst/>
          </a:prstGeom>
          <a:noFill/>
          <a:ln w="9525">
            <a:noFill/>
          </a:ln>
        </p:spPr>
        <p:txBody>
          <a:bodyPr anchor="b" anchorCtr="0"/>
          <a:p>
            <a:pPr lvl="0" algn="r" eaLnBrk="1" hangingPunct="1">
              <a:spcBef>
                <a:spcPct val="0"/>
              </a:spcBef>
            </a:pPr>
            <a:fld id="{9A0DB2DC-4C9A-4742-B13C-FB6460FD3503}" type="slidenum">
              <a:rPr lang="en-US" altLang="zh-CN" sz="1200" dirty="0">
                <a:solidFill>
                  <a:srgbClr val="000000"/>
                </a:solidFill>
                <a:latin typeface="黑体" panose="02010609060101010101" pitchFamily="49" charset="-122"/>
                <a:ea typeface="华文细黑" panose="02010600040101010101" pitchFamily="2" charset="-122"/>
              </a:rPr>
            </a:fld>
            <a:endParaRPr lang="en-US" altLang="zh-CN" sz="1200" dirty="0">
              <a:solidFill>
                <a:srgbClr val="000000"/>
              </a:solidFill>
              <a:latin typeface="黑体" panose="02010609060101010101" pitchFamily="49" charset="-122"/>
              <a:ea typeface="华文细黑" panose="02010600040101010101" pitchFamily="2" charset="-122"/>
            </a:endParaRPr>
          </a:p>
        </p:txBody>
      </p:sp>
      <p:sp>
        <p:nvSpPr>
          <p:cNvPr id="27651" name="Rectangle 7"/>
          <p:cNvSpPr txBox="1">
            <a:spLocks noGrp="1"/>
          </p:cNvSpPr>
          <p:nvPr/>
        </p:nvSpPr>
        <p:spPr>
          <a:xfrm>
            <a:off x="5795963" y="6746875"/>
            <a:ext cx="4435475" cy="354013"/>
          </a:xfrm>
          <a:prstGeom prst="rect">
            <a:avLst/>
          </a:prstGeom>
          <a:noFill/>
          <a:ln w="9525">
            <a:noFill/>
          </a:ln>
        </p:spPr>
        <p:txBody>
          <a:bodyPr lIns="99066" tIns="49533" rIns="99066" bIns="49533" anchor="b" anchorCtr="0"/>
          <a:p>
            <a:pPr lvl="0" algn="r" defTabSz="990600">
              <a:spcBef>
                <a:spcPct val="0"/>
              </a:spcBef>
            </a:pPr>
            <a:fld id="{9A0DB2DC-4C9A-4742-B13C-FB6460FD3503}" type="slidenum">
              <a:rPr lang="en-US" altLang="zh-CN" sz="1300" dirty="0">
                <a:solidFill>
                  <a:srgbClr val="FFFFFF"/>
                </a:solidFill>
                <a:latin typeface="黑体" panose="02010609060101010101" pitchFamily="49" charset="-122"/>
                <a:ea typeface="黑体" panose="02010609060101010101" pitchFamily="49" charset="-122"/>
              </a:rPr>
            </a:fld>
            <a:endParaRPr lang="en-US" altLang="zh-CN" sz="1300" dirty="0">
              <a:solidFill>
                <a:srgbClr val="FFFFFF"/>
              </a:solidFill>
              <a:latin typeface="黑体" panose="02010609060101010101" pitchFamily="49" charset="-122"/>
              <a:ea typeface="黑体" panose="02010609060101010101" pitchFamily="49" charset="-122"/>
            </a:endParaRPr>
          </a:p>
        </p:txBody>
      </p:sp>
      <p:sp>
        <p:nvSpPr>
          <p:cNvPr id="27652" name="Rectangle 2"/>
          <p:cNvSpPr>
            <a:spLocks noTextEdit="1"/>
          </p:cNvSpPr>
          <p:nvPr>
            <p:ph type="sldImg"/>
          </p:nvPr>
        </p:nvSpPr>
        <p:spPr>
          <a:xfrm>
            <a:off x="2751138" y="533400"/>
            <a:ext cx="4727575" cy="2660650"/>
          </a:xfrm>
          <a:ln/>
        </p:spPr>
      </p:sp>
      <p:sp>
        <p:nvSpPr>
          <p:cNvPr id="27653" name="Rectangle 3"/>
          <p:cNvSpPr>
            <a:spLocks noGrp="1"/>
          </p:cNvSpPr>
          <p:nvPr>
            <p:ph type="body"/>
          </p:nvPr>
        </p:nvSpPr>
        <p:spPr>
          <a:xfrm>
            <a:off x="1362075" y="3371850"/>
            <a:ext cx="7505700" cy="3195638"/>
          </a:xfrm>
          <a:ln/>
        </p:spPr>
        <p:txBody>
          <a:bodyPr wrap="square" lIns="99066" tIns="49533" rIns="99066" bIns="49533" anchor="t" anchorCtr="0"/>
          <a:p>
            <a:pPr marL="228600" lvl="0" indent="-228600" eaLnBrk="1" hangingPunct="1"/>
            <a:endParaRPr lang="zh-CN" altLang="en-US" b="1"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幻灯片图像占位符 1"/>
          <p:cNvSpPr>
            <a:spLocks noGrp="1" noRot="1" noChangeAspect="1" noTextEdit="1"/>
          </p:cNvSpPr>
          <p:nvPr>
            <p:ph type="sldImg"/>
          </p:nvPr>
        </p:nvSpPr>
        <p:spPr>
          <a:ln/>
        </p:spPr>
      </p:sp>
      <p:sp>
        <p:nvSpPr>
          <p:cNvPr id="13619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幻灯片图像占位符 1"/>
          <p:cNvSpPr>
            <a:spLocks noGrp="1" noRot="1" noChangeAspect="1" noTextEdit="1"/>
          </p:cNvSpPr>
          <p:nvPr>
            <p:ph type="sldImg"/>
          </p:nvPr>
        </p:nvSpPr>
        <p:spPr>
          <a:ln/>
        </p:spPr>
      </p:sp>
      <p:sp>
        <p:nvSpPr>
          <p:cNvPr id="15053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幻灯片图像占位符 1"/>
          <p:cNvSpPr>
            <a:spLocks noGrp="1" noRot="1" noChangeAspect="1" noTextEdit="1"/>
          </p:cNvSpPr>
          <p:nvPr>
            <p:ph type="sldImg"/>
          </p:nvPr>
        </p:nvSpPr>
        <p:spPr>
          <a:ln/>
        </p:spPr>
      </p:sp>
      <p:sp>
        <p:nvSpPr>
          <p:cNvPr id="152579"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幻灯片图像占位符 1"/>
          <p:cNvSpPr>
            <a:spLocks noGrp="1" noRot="1" noChangeAspect="1" noTextEdit="1"/>
          </p:cNvSpPr>
          <p:nvPr>
            <p:ph type="sldImg"/>
          </p:nvPr>
        </p:nvSpPr>
        <p:spPr>
          <a:ln/>
        </p:spPr>
      </p:sp>
      <p:sp>
        <p:nvSpPr>
          <p:cNvPr id="154627"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幻灯片图像占位符 1"/>
          <p:cNvSpPr>
            <a:spLocks noGrp="1" noRot="1" noChangeAspect="1" noTextEdit="1"/>
          </p:cNvSpPr>
          <p:nvPr>
            <p:ph type="sldImg"/>
          </p:nvPr>
        </p:nvSpPr>
        <p:spPr>
          <a:ln/>
        </p:spPr>
      </p:sp>
      <p:sp>
        <p:nvSpPr>
          <p:cNvPr id="156675"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幻灯片图像占位符 1"/>
          <p:cNvSpPr>
            <a:spLocks noGrp="1" noRot="1" noChangeAspect="1" noTextEdit="1"/>
          </p:cNvSpPr>
          <p:nvPr>
            <p:ph type="sldImg"/>
          </p:nvPr>
        </p:nvSpPr>
        <p:spPr>
          <a:ln/>
        </p:spPr>
      </p:sp>
      <p:sp>
        <p:nvSpPr>
          <p:cNvPr id="158723"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p:nvPr>
        </p:nvSpPr>
        <p:spPr>
          <a:xfrm>
            <a:off x="1023938" y="3373438"/>
            <a:ext cx="8186737" cy="3195637"/>
          </a:xfrm>
          <a:ln/>
        </p:spPr>
        <p:txBody>
          <a:bodyPr wrap="square" lIns="99066" tIns="49533" rIns="99066" bIns="49533" anchor="ctr" anchorCtr="0"/>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ctr" latinLnBrk="0" hangingPunct="0">
              <a:lnSpc>
                <a:spcPct val="120000"/>
              </a:lnSpc>
              <a:spcBef>
                <a:spcPct val="20000"/>
              </a:spcBef>
              <a:spcAft>
                <a:spcPct val="0"/>
              </a:spcAft>
              <a:buClrTx/>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图表占位符 2"/>
          <p:cNvSpPr>
            <a:spLocks noGrp="1"/>
          </p:cNvSpPr>
          <p:nvPr>
            <p:ph type="chart" idx="1"/>
          </p:nvPr>
        </p:nvSpPr>
        <p:spPr>
          <a:xfrm>
            <a:off x="457200" y="1200151"/>
            <a:ext cx="8229600" cy="3394472"/>
          </a:xfrm>
          <a:prstGeom prst="rect">
            <a:avLst/>
          </a:prstGeom>
        </p:spPr>
        <p:txBody>
          <a:bodyPr/>
          <a:lstStyle/>
          <a:p>
            <a:pPr marL="168275" marR="0" lvl="0" indent="-168275" algn="l" defTabSz="914400" rtl="0" eaLnBrk="0" fontAlgn="ctr" latinLnBrk="0" hangingPunct="0">
              <a:lnSpc>
                <a:spcPct val="120000"/>
              </a:lnSpc>
              <a:spcBef>
                <a:spcPct val="20000"/>
              </a:spcBef>
              <a:spcAft>
                <a:spcPct val="0"/>
              </a:spcAft>
              <a:buClrTx/>
              <a:buSzPct val="60000"/>
              <a:buFont typeface="Wingdings" panose="05000000000000000000" pitchFamily="2" charset="2"/>
              <a:buChar char="l"/>
              <a:defRPr/>
            </a:pPr>
            <a:endParaRPr kumimoji="0" lang="zh-CN" altLang="en-US" sz="20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457200" y="1200151"/>
            <a:ext cx="8229600" cy="3394472"/>
          </a:xfrm>
          <a:prstGeom prst="rect">
            <a:avLst/>
          </a:prstGeom>
        </p:spPr>
        <p:txBody>
          <a:bodyPr/>
          <a:lstStyle/>
          <a:p>
            <a:pPr marL="168275" marR="0" lvl="0" indent="-168275" algn="l" defTabSz="914400" rtl="0" eaLnBrk="0" fontAlgn="ctr" latinLnBrk="0" hangingPunct="0">
              <a:lnSpc>
                <a:spcPct val="120000"/>
              </a:lnSpc>
              <a:spcBef>
                <a:spcPct val="20000"/>
              </a:spcBef>
              <a:spcAft>
                <a:spcPct val="0"/>
              </a:spcAft>
              <a:buClrTx/>
              <a:buSzPct val="60000"/>
              <a:buFont typeface="Wingdings" panose="05000000000000000000" pitchFamily="2" charset="2"/>
              <a:buChar char="l"/>
              <a:defRPr/>
            </a:pPr>
            <a:endParaRPr kumimoji="0" lang="zh-CN" altLang="en-US" sz="20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523002"/>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3531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707668"/>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44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07231"/>
            <a:ext cx="4152900" cy="284979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73614" y="707231"/>
            <a:ext cx="4154487" cy="284979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523002"/>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3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61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3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61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70766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05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399891"/>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046"/>
          </a:xfrm>
        </p:spPr>
        <p:txBody>
          <a:bodyPr vert="horz" wrap="square" lIns="91205" tIns="45612" rIns="91205" bIns="45612"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ctr" latinLnBrk="0" hangingPunct="0">
              <a:lnSpc>
                <a:spcPct val="120000"/>
              </a:lnSpc>
              <a:spcBef>
                <a:spcPct val="20000"/>
              </a:spcBef>
              <a:spcAft>
                <a:spcPct val="0"/>
              </a:spcAft>
              <a:buClr>
                <a:schemeClr val="fo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136768" y="707231"/>
            <a:ext cx="3791333" cy="200033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51248" y="135732"/>
            <a:ext cx="1476853" cy="2055019"/>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869819" y="135732"/>
            <a:ext cx="3791333" cy="2055019"/>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08050" rtl="0" eaLnBrk="0" fontAlgn="ctr" latinLnBrk="0" hangingPunct="0">
              <a:lnSpc>
                <a:spcPct val="120000"/>
              </a:lnSpc>
              <a:spcBef>
                <a:spcPct val="20000"/>
              </a:spcBef>
              <a:spcAft>
                <a:spcPct val="0"/>
              </a:spcAft>
              <a:buClrTx/>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ctr" latinLnBrk="0" hangingPunct="0">
              <a:lnSpc>
                <a:spcPct val="120000"/>
              </a:lnSpc>
              <a:spcBef>
                <a:spcPct val="20000"/>
              </a:spcBef>
              <a:spcAft>
                <a:spcPct val="0"/>
              </a:spcAft>
              <a:buClrTx/>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08050" rtl="0" eaLnBrk="0" fontAlgn="ctr" latinLnBrk="0" hangingPunct="0">
              <a:lnSpc>
                <a:spcPct val="120000"/>
              </a:lnSpc>
              <a:spcBef>
                <a:spcPct val="20000"/>
              </a:spcBef>
              <a:spcAft>
                <a:spcPct val="0"/>
              </a:spcAft>
              <a:buClrTx/>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med" advClick="0"/>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776605"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776605"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776605"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776605"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35467"/>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897732"/>
            <a:ext cx="4027487" cy="2849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897732"/>
            <a:ext cx="4027488" cy="28499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04357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04357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21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80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99"/>
          </a:xfrm>
        </p:spPr>
        <p:txBody>
          <a:bodyPr vert="horz" wrap="square" lIns="91375" tIns="45688" rIns="91375" bIns="45688"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ctr" latinLnBrk="0" hangingPunct="0">
              <a:lnSpc>
                <a:spcPct val="120000"/>
              </a:lnSpc>
              <a:spcBef>
                <a:spcPct val="20000"/>
              </a:spcBef>
              <a:spcAft>
                <a:spcPct val="0"/>
              </a:spcAft>
              <a:buClr>
                <a:schemeClr val="tx1"/>
              </a:buClr>
              <a:buSzPct val="6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80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179479" y="897732"/>
            <a:ext cx="3496210" cy="200048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07164" y="86916"/>
            <a:ext cx="2168525" cy="2294334"/>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3818817" y="86916"/>
            <a:ext cx="2535948" cy="2294334"/>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Tree>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732155"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355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65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897732"/>
            <a:ext cx="4027487" cy="28500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897732"/>
            <a:ext cx="4027488" cy="28500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52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0436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52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0436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26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85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256"/>
          </a:xfrm>
        </p:spPr>
        <p:txBody>
          <a:bodyPr vert="horz" wrap="square" lIns="91431" tIns="45716" rIns="91431" bIns="45716"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ctr" latinLnBrk="0" hangingPunct="0">
              <a:lnSpc>
                <a:spcPct val="120000"/>
              </a:lnSpc>
              <a:spcBef>
                <a:spcPct val="20000"/>
              </a:spcBef>
              <a:spcAft>
                <a:spcPct val="0"/>
              </a:spcAft>
              <a:buClr>
                <a:schemeClr val="tx1"/>
              </a:buClr>
              <a:buSzPct val="6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85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179366" y="897732"/>
            <a:ext cx="3496324" cy="200054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07164" y="86916"/>
            <a:ext cx="2168525" cy="2294334"/>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3818704" y="86916"/>
            <a:ext cx="2536061" cy="2294334"/>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8" name="页脚占位符 7"/>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advClick="0"/>
</p:sldLayout>
</file>

<file path=ppt/slideLayouts/slideLayout2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5169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4615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68313" y="767954"/>
            <a:ext cx="4125912"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746625" y="767954"/>
            <a:ext cx="4127500" cy="28498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5354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486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325616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683149"/>
          </a:xfrm>
        </p:spPr>
        <p:txBody>
          <a:bodyPr vert="horz" wrap="square" lIns="91313" tIns="45663" rIns="91313" bIns="45663"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ctr" latinLnBrk="0" hangingPunct="0">
              <a:lnSpc>
                <a:spcPct val="120000"/>
              </a:lnSpc>
              <a:spcBef>
                <a:spcPct val="20000"/>
              </a:spcBef>
              <a:spcAft>
                <a:spcPct val="0"/>
              </a:spcAft>
              <a:buClr>
                <a:srgbClr val="FF0000"/>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350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848665" y="767954"/>
            <a:ext cx="4025461" cy="193887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3863" y="9525"/>
            <a:ext cx="2100262" cy="21955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928401" y="9525"/>
            <a:ext cx="3693062" cy="21955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9" name="灯片编号占位符 8"/>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灯片编号占位符 3"/>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732155"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image" Target="../media/image1.png"/><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3" Type="http://schemas.openxmlformats.org/officeDocument/2006/relationships/theme" Target="../theme/theme4.xml"/><Relationship Id="rId12" Type="http://schemas.openxmlformats.org/officeDocument/2006/relationships/image" Target="../media/image1.png"/><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3" Type="http://schemas.openxmlformats.org/officeDocument/2006/relationships/theme" Target="../theme/theme5.xml"/><Relationship Id="rId12" Type="http://schemas.openxmlformats.org/officeDocument/2006/relationships/image" Target="../media/image3.jpeg"/><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6.xml"/><Relationship Id="rId8" Type="http://schemas.openxmlformats.org/officeDocument/2006/relationships/slideLayout" Target="../slideLayouts/slideLayout65.xml"/><Relationship Id="rId7" Type="http://schemas.openxmlformats.org/officeDocument/2006/relationships/slideLayout" Target="../slideLayouts/slideLayout64.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5" Type="http://schemas.openxmlformats.org/officeDocument/2006/relationships/theme" Target="../theme/theme6.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68.xml"/><Relationship Id="rId10" Type="http://schemas.openxmlformats.org/officeDocument/2006/relationships/slideLayout" Target="../slideLayouts/slideLayout67.xml"/><Relationship Id="rId1"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 Type="http://schemas.openxmlformats.org/officeDocument/2006/relationships/slideLayout" Target="../slideLayouts/slideLayout70.xml"/><Relationship Id="rId14" Type="http://schemas.openxmlformats.org/officeDocument/2006/relationships/theme" Target="../theme/theme7.xml"/><Relationship Id="rId13" Type="http://schemas.openxmlformats.org/officeDocument/2006/relationships/image" Target="../media/image8.png"/><Relationship Id="rId12" Type="http://schemas.openxmlformats.org/officeDocument/2006/relationships/image" Target="../media/image7.jpeg"/><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8.xml"/><Relationship Id="rId8" Type="http://schemas.openxmlformats.org/officeDocument/2006/relationships/slideLayout" Target="../slideLayouts/slideLayout87.xml"/><Relationship Id="rId7" Type="http://schemas.openxmlformats.org/officeDocument/2006/relationships/slideLayout" Target="../slideLayouts/slideLayout86.xml"/><Relationship Id="rId6" Type="http://schemas.openxmlformats.org/officeDocument/2006/relationships/slideLayout" Target="../slideLayouts/slideLayout85.xml"/><Relationship Id="rId5" Type="http://schemas.openxmlformats.org/officeDocument/2006/relationships/slideLayout" Target="../slideLayouts/slideLayout84.xml"/><Relationship Id="rId4" Type="http://schemas.openxmlformats.org/officeDocument/2006/relationships/slideLayout" Target="../slideLayouts/slideLayout83.xml"/><Relationship Id="rId3" Type="http://schemas.openxmlformats.org/officeDocument/2006/relationships/slideLayout" Target="../slideLayouts/slideLayout82.xml"/><Relationship Id="rId2" Type="http://schemas.openxmlformats.org/officeDocument/2006/relationships/slideLayout" Target="../slideLayouts/slideLayout81.xml"/><Relationship Id="rId14" Type="http://schemas.openxmlformats.org/officeDocument/2006/relationships/theme" Target="../theme/theme8.xml"/><Relationship Id="rId13" Type="http://schemas.openxmlformats.org/officeDocument/2006/relationships/image" Target="../media/image9.png"/><Relationship Id="rId12" Type="http://schemas.openxmlformats.org/officeDocument/2006/relationships/image" Target="../media/image7.jpeg"/><Relationship Id="rId11" Type="http://schemas.openxmlformats.org/officeDocument/2006/relationships/slideLayout" Target="../slideLayouts/slideLayout90.xml"/><Relationship Id="rId10" Type="http://schemas.openxmlformats.org/officeDocument/2006/relationships/slideLayout" Target="../slideLayouts/slideLayout89.xml"/><Relationship Id="rId1" Type="http://schemas.openxmlformats.org/officeDocument/2006/relationships/slideLayout" Target="../slideLayouts/slideLayout80.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9.xml"/><Relationship Id="rId8" Type="http://schemas.openxmlformats.org/officeDocument/2006/relationships/slideLayout" Target="../slideLayouts/slideLayout98.xml"/><Relationship Id="rId7" Type="http://schemas.openxmlformats.org/officeDocument/2006/relationships/slideLayout" Target="../slideLayouts/slideLayout97.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4" Type="http://schemas.openxmlformats.org/officeDocument/2006/relationships/theme" Target="../theme/theme9.xml"/><Relationship Id="rId13" Type="http://schemas.openxmlformats.org/officeDocument/2006/relationships/image" Target="../media/image9.png"/><Relationship Id="rId12" Type="http://schemas.openxmlformats.org/officeDocument/2006/relationships/image" Target="../media/image7.jpeg"/><Relationship Id="rId11" Type="http://schemas.openxmlformats.org/officeDocument/2006/relationships/slideLayout" Target="../slideLayouts/slideLayout101.xml"/><Relationship Id="rId10" Type="http://schemas.openxmlformats.org/officeDocument/2006/relationships/slideLayout" Target="../slideLayouts/slideLayout100.xml"/><Relationship Id="rId1" Type="http://schemas.openxmlformats.org/officeDocument/2006/relationships/slideLayout" Target="../slideLayouts/slideLayout91.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0.xml"/><Relationship Id="rId8" Type="http://schemas.openxmlformats.org/officeDocument/2006/relationships/slideLayout" Target="../slideLayouts/slideLayout109.xml"/><Relationship Id="rId7" Type="http://schemas.openxmlformats.org/officeDocument/2006/relationships/slideLayout" Target="../slideLayouts/slideLayout108.xml"/><Relationship Id="rId6" Type="http://schemas.openxmlformats.org/officeDocument/2006/relationships/slideLayout" Target="../slideLayouts/slideLayout107.xml"/><Relationship Id="rId5" Type="http://schemas.openxmlformats.org/officeDocument/2006/relationships/slideLayout" Target="../slideLayouts/slideLayout106.xml"/><Relationship Id="rId4" Type="http://schemas.openxmlformats.org/officeDocument/2006/relationships/slideLayout" Target="../slideLayouts/slideLayout105.xml"/><Relationship Id="rId3" Type="http://schemas.openxmlformats.org/officeDocument/2006/relationships/slideLayout" Target="../slideLayouts/slideLayout104.xml"/><Relationship Id="rId2" Type="http://schemas.openxmlformats.org/officeDocument/2006/relationships/slideLayout" Target="../slideLayouts/slideLayout103.xml"/><Relationship Id="rId14" Type="http://schemas.openxmlformats.org/officeDocument/2006/relationships/theme" Target="../theme/theme10.xml"/><Relationship Id="rId13" Type="http://schemas.openxmlformats.org/officeDocument/2006/relationships/image" Target="../media/image9.png"/><Relationship Id="rId12" Type="http://schemas.openxmlformats.org/officeDocument/2006/relationships/image" Target="../media/image7.jpeg"/><Relationship Id="rId11" Type="http://schemas.openxmlformats.org/officeDocument/2006/relationships/slideLayout" Target="../slideLayouts/slideLayout112.xml"/><Relationship Id="rId10" Type="http://schemas.openxmlformats.org/officeDocument/2006/relationships/slideLayout" Target="../slideLayouts/slideLayout111.xml"/><Relationship Id="rId1" Type="http://schemas.openxmlformats.org/officeDocument/2006/relationships/slideLayout" Target="../slideLayouts/slideLayout102.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1.xml"/><Relationship Id="rId8" Type="http://schemas.openxmlformats.org/officeDocument/2006/relationships/slideLayout" Target="../slideLayouts/slideLayout120.xml"/><Relationship Id="rId7" Type="http://schemas.openxmlformats.org/officeDocument/2006/relationships/slideLayout" Target="../slideLayouts/slideLayout119.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 Id="rId3" Type="http://schemas.openxmlformats.org/officeDocument/2006/relationships/slideLayout" Target="../slideLayouts/slideLayout115.xml"/><Relationship Id="rId2" Type="http://schemas.openxmlformats.org/officeDocument/2006/relationships/slideLayout" Target="../slideLayouts/slideLayout114.xml"/><Relationship Id="rId16" Type="http://schemas.openxmlformats.org/officeDocument/2006/relationships/theme" Target="../theme/theme11.xml"/><Relationship Id="rId15" Type="http://schemas.openxmlformats.org/officeDocument/2006/relationships/vmlDrawing" Target="../drawings/vmlDrawing1.vml"/><Relationship Id="rId14" Type="http://schemas.openxmlformats.org/officeDocument/2006/relationships/image" Target="../media/image10.png"/><Relationship Id="rId13" Type="http://schemas.openxmlformats.org/officeDocument/2006/relationships/oleObject" Target="../embeddings/oleObject1.bin"/><Relationship Id="rId12" Type="http://schemas.openxmlformats.org/officeDocument/2006/relationships/image" Target="../media/image4.jpeg"/><Relationship Id="rId11" Type="http://schemas.openxmlformats.org/officeDocument/2006/relationships/slideLayout" Target="../slideLayouts/slideLayout123.xml"/><Relationship Id="rId10" Type="http://schemas.openxmlformats.org/officeDocument/2006/relationships/slideLayout" Target="../slideLayouts/slideLayout122.xml"/><Relationship Id="rId1" Type="http://schemas.openxmlformats.org/officeDocument/2006/relationships/slideLayout" Target="../slideLayouts/slideLayout113.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2.xml"/><Relationship Id="rId8" Type="http://schemas.openxmlformats.org/officeDocument/2006/relationships/slideLayout" Target="../slideLayouts/slideLayout131.xml"/><Relationship Id="rId7" Type="http://schemas.openxmlformats.org/officeDocument/2006/relationships/slideLayout" Target="../slideLayouts/slideLayout130.xml"/><Relationship Id="rId6" Type="http://schemas.openxmlformats.org/officeDocument/2006/relationships/slideLayout" Target="../slideLayouts/slideLayout129.xml"/><Relationship Id="rId5" Type="http://schemas.openxmlformats.org/officeDocument/2006/relationships/slideLayout" Target="../slideLayouts/slideLayout128.xml"/><Relationship Id="rId4" Type="http://schemas.openxmlformats.org/officeDocument/2006/relationships/slideLayout" Target="../slideLayouts/slideLayout127.xml"/><Relationship Id="rId3" Type="http://schemas.openxmlformats.org/officeDocument/2006/relationships/slideLayout" Target="../slideLayouts/slideLayout126.xml"/><Relationship Id="rId2" Type="http://schemas.openxmlformats.org/officeDocument/2006/relationships/slideLayout" Target="../slideLayouts/slideLayout125.xml"/><Relationship Id="rId14" Type="http://schemas.openxmlformats.org/officeDocument/2006/relationships/theme" Target="../theme/theme12.xml"/><Relationship Id="rId13" Type="http://schemas.openxmlformats.org/officeDocument/2006/relationships/image" Target="../media/image8.png"/><Relationship Id="rId12" Type="http://schemas.openxmlformats.org/officeDocument/2006/relationships/image" Target="../media/image7.jpeg"/><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 Type="http://schemas.openxmlformats.org/officeDocument/2006/relationships/slideLayout" Target="../slideLayouts/slideLayout124.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3.xml"/><Relationship Id="rId8" Type="http://schemas.openxmlformats.org/officeDocument/2006/relationships/slideLayout" Target="../slideLayouts/slideLayout142.xml"/><Relationship Id="rId7" Type="http://schemas.openxmlformats.org/officeDocument/2006/relationships/slideLayout" Target="../slideLayouts/slideLayout141.xml"/><Relationship Id="rId6" Type="http://schemas.openxmlformats.org/officeDocument/2006/relationships/slideLayout" Target="../slideLayouts/slideLayout140.xml"/><Relationship Id="rId5" Type="http://schemas.openxmlformats.org/officeDocument/2006/relationships/slideLayout" Target="../slideLayouts/slideLayout139.xml"/><Relationship Id="rId4" Type="http://schemas.openxmlformats.org/officeDocument/2006/relationships/slideLayout" Target="../slideLayouts/slideLayout138.xml"/><Relationship Id="rId3" Type="http://schemas.openxmlformats.org/officeDocument/2006/relationships/slideLayout" Target="../slideLayouts/slideLayout137.xml"/><Relationship Id="rId2" Type="http://schemas.openxmlformats.org/officeDocument/2006/relationships/slideLayout" Target="../slideLayouts/slideLayout136.xml"/><Relationship Id="rId16" Type="http://schemas.openxmlformats.org/officeDocument/2006/relationships/theme" Target="../theme/theme13.xml"/><Relationship Id="rId15" Type="http://schemas.openxmlformats.org/officeDocument/2006/relationships/vmlDrawing" Target="../drawings/vmlDrawing2.vml"/><Relationship Id="rId14" Type="http://schemas.openxmlformats.org/officeDocument/2006/relationships/image" Target="../media/image10.png"/><Relationship Id="rId13" Type="http://schemas.openxmlformats.org/officeDocument/2006/relationships/oleObject" Target="../embeddings/oleObject2.bin"/><Relationship Id="rId12" Type="http://schemas.openxmlformats.org/officeDocument/2006/relationships/image" Target="../media/image4.jpeg"/><Relationship Id="rId11" Type="http://schemas.openxmlformats.org/officeDocument/2006/relationships/slideLayout" Target="../slideLayouts/slideLayout145.xml"/><Relationship Id="rId10" Type="http://schemas.openxmlformats.org/officeDocument/2006/relationships/slideLayout" Target="../slideLayouts/slideLayout144.xml"/><Relationship Id="rId1" Type="http://schemas.openxmlformats.org/officeDocument/2006/relationships/slideLayout" Target="../slideLayouts/slideLayout135.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4.xml"/><Relationship Id="rId8" Type="http://schemas.openxmlformats.org/officeDocument/2006/relationships/slideLayout" Target="../slideLayouts/slideLayout153.xml"/><Relationship Id="rId7" Type="http://schemas.openxmlformats.org/officeDocument/2006/relationships/slideLayout" Target="../slideLayouts/slideLayout152.xml"/><Relationship Id="rId6" Type="http://schemas.openxmlformats.org/officeDocument/2006/relationships/slideLayout" Target="../slideLayouts/slideLayout151.xml"/><Relationship Id="rId5" Type="http://schemas.openxmlformats.org/officeDocument/2006/relationships/slideLayout" Target="../slideLayouts/slideLayout150.xml"/><Relationship Id="rId4" Type="http://schemas.openxmlformats.org/officeDocument/2006/relationships/slideLayout" Target="../slideLayouts/slideLayout149.xml"/><Relationship Id="rId3" Type="http://schemas.openxmlformats.org/officeDocument/2006/relationships/slideLayout" Target="../slideLayouts/slideLayout148.xml"/><Relationship Id="rId2" Type="http://schemas.openxmlformats.org/officeDocument/2006/relationships/slideLayout" Target="../slideLayouts/slideLayout147.xml"/><Relationship Id="rId15" Type="http://schemas.openxmlformats.org/officeDocument/2006/relationships/theme" Target="../theme/theme14.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156.xml"/><Relationship Id="rId10" Type="http://schemas.openxmlformats.org/officeDocument/2006/relationships/slideLayout" Target="../slideLayouts/slideLayout155.xml"/><Relationship Id="rId1" Type="http://schemas.openxmlformats.org/officeDocument/2006/relationships/slideLayout" Target="../slideLayouts/slideLayout146.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5.xml"/><Relationship Id="rId8" Type="http://schemas.openxmlformats.org/officeDocument/2006/relationships/slideLayout" Target="../slideLayouts/slideLayout164.xml"/><Relationship Id="rId7" Type="http://schemas.openxmlformats.org/officeDocument/2006/relationships/slideLayout" Target="../slideLayouts/slideLayout163.xml"/><Relationship Id="rId6" Type="http://schemas.openxmlformats.org/officeDocument/2006/relationships/slideLayout" Target="../slideLayouts/slideLayout162.xml"/><Relationship Id="rId5" Type="http://schemas.openxmlformats.org/officeDocument/2006/relationships/slideLayout" Target="../slideLayouts/slideLayout161.xml"/><Relationship Id="rId4" Type="http://schemas.openxmlformats.org/officeDocument/2006/relationships/slideLayout" Target="../slideLayouts/slideLayout160.xml"/><Relationship Id="rId3" Type="http://schemas.openxmlformats.org/officeDocument/2006/relationships/slideLayout" Target="../slideLayouts/slideLayout159.xml"/><Relationship Id="rId2" Type="http://schemas.openxmlformats.org/officeDocument/2006/relationships/slideLayout" Target="../slideLayouts/slideLayout158.xml"/><Relationship Id="rId15" Type="http://schemas.openxmlformats.org/officeDocument/2006/relationships/theme" Target="../theme/theme15.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167.xml"/><Relationship Id="rId10" Type="http://schemas.openxmlformats.org/officeDocument/2006/relationships/slideLayout" Target="../slideLayouts/slideLayout166.xml"/><Relationship Id="rId1" Type="http://schemas.openxmlformats.org/officeDocument/2006/relationships/slideLayout" Target="../slideLayouts/slideLayout157.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6.xml"/><Relationship Id="rId8" Type="http://schemas.openxmlformats.org/officeDocument/2006/relationships/slideLayout" Target="../slideLayouts/slideLayout175.xml"/><Relationship Id="rId7" Type="http://schemas.openxmlformats.org/officeDocument/2006/relationships/slideLayout" Target="../slideLayouts/slideLayout174.xml"/><Relationship Id="rId6" Type="http://schemas.openxmlformats.org/officeDocument/2006/relationships/slideLayout" Target="../slideLayouts/slideLayout173.xml"/><Relationship Id="rId5" Type="http://schemas.openxmlformats.org/officeDocument/2006/relationships/slideLayout" Target="../slideLayouts/slideLayout172.xml"/><Relationship Id="rId4" Type="http://schemas.openxmlformats.org/officeDocument/2006/relationships/slideLayout" Target="../slideLayouts/slideLayout171.xml"/><Relationship Id="rId3" Type="http://schemas.openxmlformats.org/officeDocument/2006/relationships/slideLayout" Target="../slideLayouts/slideLayout170.xml"/><Relationship Id="rId2" Type="http://schemas.openxmlformats.org/officeDocument/2006/relationships/slideLayout" Target="../slideLayouts/slideLayout169.xml"/><Relationship Id="rId15" Type="http://schemas.openxmlformats.org/officeDocument/2006/relationships/theme" Target="../theme/theme16.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178.xml"/><Relationship Id="rId10" Type="http://schemas.openxmlformats.org/officeDocument/2006/relationships/slideLayout" Target="../slideLayouts/slideLayout177.xml"/><Relationship Id="rId1" Type="http://schemas.openxmlformats.org/officeDocument/2006/relationships/slideLayout" Target="../slideLayouts/slideLayout168.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7.xml"/><Relationship Id="rId8" Type="http://schemas.openxmlformats.org/officeDocument/2006/relationships/slideLayout" Target="../slideLayouts/slideLayout186.xml"/><Relationship Id="rId7" Type="http://schemas.openxmlformats.org/officeDocument/2006/relationships/slideLayout" Target="../slideLayouts/slideLayout185.xml"/><Relationship Id="rId6" Type="http://schemas.openxmlformats.org/officeDocument/2006/relationships/slideLayout" Target="../slideLayouts/slideLayout184.xml"/><Relationship Id="rId5" Type="http://schemas.openxmlformats.org/officeDocument/2006/relationships/slideLayout" Target="../slideLayouts/slideLayout183.xml"/><Relationship Id="rId4" Type="http://schemas.openxmlformats.org/officeDocument/2006/relationships/slideLayout" Target="../slideLayouts/slideLayout182.xml"/><Relationship Id="rId3" Type="http://schemas.openxmlformats.org/officeDocument/2006/relationships/slideLayout" Target="../slideLayouts/slideLayout181.xml"/><Relationship Id="rId2" Type="http://schemas.openxmlformats.org/officeDocument/2006/relationships/slideLayout" Target="../slideLayouts/slideLayout180.xml"/><Relationship Id="rId15" Type="http://schemas.openxmlformats.org/officeDocument/2006/relationships/theme" Target="../theme/theme17.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189.xml"/><Relationship Id="rId10" Type="http://schemas.openxmlformats.org/officeDocument/2006/relationships/slideLayout" Target="../slideLayouts/slideLayout188.xml"/><Relationship Id="rId1" Type="http://schemas.openxmlformats.org/officeDocument/2006/relationships/slideLayout" Target="../slideLayouts/slideLayout179.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8.xml"/><Relationship Id="rId8" Type="http://schemas.openxmlformats.org/officeDocument/2006/relationships/slideLayout" Target="../slideLayouts/slideLayout197.xml"/><Relationship Id="rId7" Type="http://schemas.openxmlformats.org/officeDocument/2006/relationships/slideLayout" Target="../slideLayouts/slideLayout196.xml"/><Relationship Id="rId6" Type="http://schemas.openxmlformats.org/officeDocument/2006/relationships/slideLayout" Target="../slideLayouts/slideLayout195.xml"/><Relationship Id="rId5" Type="http://schemas.openxmlformats.org/officeDocument/2006/relationships/slideLayout" Target="../slideLayouts/slideLayout194.xml"/><Relationship Id="rId4" Type="http://schemas.openxmlformats.org/officeDocument/2006/relationships/slideLayout" Target="../slideLayouts/slideLayout193.xml"/><Relationship Id="rId3" Type="http://schemas.openxmlformats.org/officeDocument/2006/relationships/slideLayout" Target="../slideLayouts/slideLayout192.xml"/><Relationship Id="rId2" Type="http://schemas.openxmlformats.org/officeDocument/2006/relationships/slideLayout" Target="../slideLayouts/slideLayout191.xml"/><Relationship Id="rId15" Type="http://schemas.openxmlformats.org/officeDocument/2006/relationships/theme" Target="../theme/theme18.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00.xml"/><Relationship Id="rId10" Type="http://schemas.openxmlformats.org/officeDocument/2006/relationships/slideLayout" Target="../slideLayouts/slideLayout199.xml"/><Relationship Id="rId1" Type="http://schemas.openxmlformats.org/officeDocument/2006/relationships/slideLayout" Target="../slideLayouts/slideLayout190.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9.xml"/><Relationship Id="rId8" Type="http://schemas.openxmlformats.org/officeDocument/2006/relationships/slideLayout" Target="../slideLayouts/slideLayout208.xml"/><Relationship Id="rId7" Type="http://schemas.openxmlformats.org/officeDocument/2006/relationships/slideLayout" Target="../slideLayouts/slideLayout207.xml"/><Relationship Id="rId6" Type="http://schemas.openxmlformats.org/officeDocument/2006/relationships/slideLayout" Target="../slideLayouts/slideLayout206.xml"/><Relationship Id="rId5" Type="http://schemas.openxmlformats.org/officeDocument/2006/relationships/slideLayout" Target="../slideLayouts/slideLayout205.xml"/><Relationship Id="rId4" Type="http://schemas.openxmlformats.org/officeDocument/2006/relationships/slideLayout" Target="../slideLayouts/slideLayout204.xml"/><Relationship Id="rId3" Type="http://schemas.openxmlformats.org/officeDocument/2006/relationships/slideLayout" Target="../slideLayouts/slideLayout203.xml"/><Relationship Id="rId2" Type="http://schemas.openxmlformats.org/officeDocument/2006/relationships/slideLayout" Target="../slideLayouts/slideLayout202.xml"/><Relationship Id="rId15" Type="http://schemas.openxmlformats.org/officeDocument/2006/relationships/theme" Target="../theme/theme19.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11.xml"/><Relationship Id="rId10" Type="http://schemas.openxmlformats.org/officeDocument/2006/relationships/slideLayout" Target="../slideLayouts/slideLayout210.xml"/><Relationship Id="rId1" Type="http://schemas.openxmlformats.org/officeDocument/2006/relationships/slideLayout" Target="../slideLayouts/slideLayout201.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20.xml"/><Relationship Id="rId8" Type="http://schemas.openxmlformats.org/officeDocument/2006/relationships/slideLayout" Target="../slideLayouts/slideLayout219.xml"/><Relationship Id="rId7" Type="http://schemas.openxmlformats.org/officeDocument/2006/relationships/slideLayout" Target="../slideLayouts/slideLayout218.xml"/><Relationship Id="rId6" Type="http://schemas.openxmlformats.org/officeDocument/2006/relationships/slideLayout" Target="../slideLayouts/slideLayout217.xml"/><Relationship Id="rId5" Type="http://schemas.openxmlformats.org/officeDocument/2006/relationships/slideLayout" Target="../slideLayouts/slideLayout216.xml"/><Relationship Id="rId4" Type="http://schemas.openxmlformats.org/officeDocument/2006/relationships/slideLayout" Target="../slideLayouts/slideLayout215.xml"/><Relationship Id="rId3" Type="http://schemas.openxmlformats.org/officeDocument/2006/relationships/slideLayout" Target="../slideLayouts/slideLayout214.xml"/><Relationship Id="rId2" Type="http://schemas.openxmlformats.org/officeDocument/2006/relationships/slideLayout" Target="../slideLayouts/slideLayout213.xml"/><Relationship Id="rId15" Type="http://schemas.openxmlformats.org/officeDocument/2006/relationships/theme" Target="../theme/theme20.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22.xml"/><Relationship Id="rId10" Type="http://schemas.openxmlformats.org/officeDocument/2006/relationships/slideLayout" Target="../slideLayouts/slideLayout221.xml"/><Relationship Id="rId1" Type="http://schemas.openxmlformats.org/officeDocument/2006/relationships/slideLayout" Target="../slideLayouts/slideLayout212.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31.xml"/><Relationship Id="rId8" Type="http://schemas.openxmlformats.org/officeDocument/2006/relationships/slideLayout" Target="../slideLayouts/slideLayout230.xml"/><Relationship Id="rId7" Type="http://schemas.openxmlformats.org/officeDocument/2006/relationships/slideLayout" Target="../slideLayouts/slideLayout229.xml"/><Relationship Id="rId6" Type="http://schemas.openxmlformats.org/officeDocument/2006/relationships/slideLayout" Target="../slideLayouts/slideLayout228.xml"/><Relationship Id="rId5" Type="http://schemas.openxmlformats.org/officeDocument/2006/relationships/slideLayout" Target="../slideLayouts/slideLayout227.xml"/><Relationship Id="rId4" Type="http://schemas.openxmlformats.org/officeDocument/2006/relationships/slideLayout" Target="../slideLayouts/slideLayout226.xml"/><Relationship Id="rId3" Type="http://schemas.openxmlformats.org/officeDocument/2006/relationships/slideLayout" Target="../slideLayouts/slideLayout225.xml"/><Relationship Id="rId2" Type="http://schemas.openxmlformats.org/officeDocument/2006/relationships/slideLayout" Target="../slideLayouts/slideLayout224.xml"/><Relationship Id="rId15" Type="http://schemas.openxmlformats.org/officeDocument/2006/relationships/theme" Target="../theme/theme21.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33.xml"/><Relationship Id="rId10" Type="http://schemas.openxmlformats.org/officeDocument/2006/relationships/slideLayout" Target="../slideLayouts/slideLayout232.xml"/><Relationship Id="rId1" Type="http://schemas.openxmlformats.org/officeDocument/2006/relationships/slideLayout" Target="../slideLayouts/slideLayout223.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2.xml"/><Relationship Id="rId8" Type="http://schemas.openxmlformats.org/officeDocument/2006/relationships/slideLayout" Target="../slideLayouts/slideLayout241.xml"/><Relationship Id="rId7" Type="http://schemas.openxmlformats.org/officeDocument/2006/relationships/slideLayout" Target="../slideLayouts/slideLayout240.xml"/><Relationship Id="rId6" Type="http://schemas.openxmlformats.org/officeDocument/2006/relationships/slideLayout" Target="../slideLayouts/slideLayout239.xml"/><Relationship Id="rId5" Type="http://schemas.openxmlformats.org/officeDocument/2006/relationships/slideLayout" Target="../slideLayouts/slideLayout238.xml"/><Relationship Id="rId4" Type="http://schemas.openxmlformats.org/officeDocument/2006/relationships/slideLayout" Target="../slideLayouts/slideLayout237.xml"/><Relationship Id="rId3" Type="http://schemas.openxmlformats.org/officeDocument/2006/relationships/slideLayout" Target="../slideLayouts/slideLayout236.xml"/><Relationship Id="rId2" Type="http://schemas.openxmlformats.org/officeDocument/2006/relationships/slideLayout" Target="../slideLayouts/slideLayout235.xml"/><Relationship Id="rId15" Type="http://schemas.openxmlformats.org/officeDocument/2006/relationships/theme" Target="../theme/theme22.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44.xml"/><Relationship Id="rId10" Type="http://schemas.openxmlformats.org/officeDocument/2006/relationships/slideLayout" Target="../slideLayouts/slideLayout243.xml"/><Relationship Id="rId1" Type="http://schemas.openxmlformats.org/officeDocument/2006/relationships/slideLayout" Target="../slideLayouts/slideLayout234.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3.xml"/><Relationship Id="rId8" Type="http://schemas.openxmlformats.org/officeDocument/2006/relationships/slideLayout" Target="../slideLayouts/slideLayout252.xml"/><Relationship Id="rId7" Type="http://schemas.openxmlformats.org/officeDocument/2006/relationships/slideLayout" Target="../slideLayouts/slideLayout251.xml"/><Relationship Id="rId6" Type="http://schemas.openxmlformats.org/officeDocument/2006/relationships/slideLayout" Target="../slideLayouts/slideLayout250.xml"/><Relationship Id="rId5" Type="http://schemas.openxmlformats.org/officeDocument/2006/relationships/slideLayout" Target="../slideLayouts/slideLayout249.xml"/><Relationship Id="rId4" Type="http://schemas.openxmlformats.org/officeDocument/2006/relationships/slideLayout" Target="../slideLayouts/slideLayout248.xml"/><Relationship Id="rId3" Type="http://schemas.openxmlformats.org/officeDocument/2006/relationships/slideLayout" Target="../slideLayouts/slideLayout247.xml"/><Relationship Id="rId2" Type="http://schemas.openxmlformats.org/officeDocument/2006/relationships/slideLayout" Target="../slideLayouts/slideLayout246.xml"/><Relationship Id="rId15" Type="http://schemas.openxmlformats.org/officeDocument/2006/relationships/theme" Target="../theme/theme23.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55.xml"/><Relationship Id="rId10" Type="http://schemas.openxmlformats.org/officeDocument/2006/relationships/slideLayout" Target="../slideLayouts/slideLayout254.xml"/><Relationship Id="rId1" Type="http://schemas.openxmlformats.org/officeDocument/2006/relationships/slideLayout" Target="../slideLayouts/slideLayout245.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4.xml"/><Relationship Id="rId8" Type="http://schemas.openxmlformats.org/officeDocument/2006/relationships/slideLayout" Target="../slideLayouts/slideLayout263.xml"/><Relationship Id="rId7" Type="http://schemas.openxmlformats.org/officeDocument/2006/relationships/slideLayout" Target="../slideLayouts/slideLayout262.xml"/><Relationship Id="rId6" Type="http://schemas.openxmlformats.org/officeDocument/2006/relationships/slideLayout" Target="../slideLayouts/slideLayout261.xml"/><Relationship Id="rId5" Type="http://schemas.openxmlformats.org/officeDocument/2006/relationships/slideLayout" Target="../slideLayouts/slideLayout260.xml"/><Relationship Id="rId4" Type="http://schemas.openxmlformats.org/officeDocument/2006/relationships/slideLayout" Target="../slideLayouts/slideLayout259.xml"/><Relationship Id="rId3" Type="http://schemas.openxmlformats.org/officeDocument/2006/relationships/slideLayout" Target="../slideLayouts/slideLayout258.xml"/><Relationship Id="rId2" Type="http://schemas.openxmlformats.org/officeDocument/2006/relationships/slideLayout" Target="../slideLayouts/slideLayout257.xml"/><Relationship Id="rId15" Type="http://schemas.openxmlformats.org/officeDocument/2006/relationships/theme" Target="../theme/theme24.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66.xml"/><Relationship Id="rId10" Type="http://schemas.openxmlformats.org/officeDocument/2006/relationships/slideLayout" Target="../slideLayouts/slideLayout265.xml"/><Relationship Id="rId1" Type="http://schemas.openxmlformats.org/officeDocument/2006/relationships/slideLayout" Target="../slideLayouts/slideLayout256.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5.xml"/><Relationship Id="rId8" Type="http://schemas.openxmlformats.org/officeDocument/2006/relationships/slideLayout" Target="../slideLayouts/slideLayout274.xml"/><Relationship Id="rId7" Type="http://schemas.openxmlformats.org/officeDocument/2006/relationships/slideLayout" Target="../slideLayouts/slideLayout273.xml"/><Relationship Id="rId6" Type="http://schemas.openxmlformats.org/officeDocument/2006/relationships/slideLayout" Target="../slideLayouts/slideLayout272.xml"/><Relationship Id="rId5" Type="http://schemas.openxmlformats.org/officeDocument/2006/relationships/slideLayout" Target="../slideLayouts/slideLayout271.xml"/><Relationship Id="rId4" Type="http://schemas.openxmlformats.org/officeDocument/2006/relationships/slideLayout" Target="../slideLayouts/slideLayout270.xml"/><Relationship Id="rId3" Type="http://schemas.openxmlformats.org/officeDocument/2006/relationships/slideLayout" Target="../slideLayouts/slideLayout269.xml"/><Relationship Id="rId2" Type="http://schemas.openxmlformats.org/officeDocument/2006/relationships/slideLayout" Target="../slideLayouts/slideLayout268.xml"/><Relationship Id="rId15" Type="http://schemas.openxmlformats.org/officeDocument/2006/relationships/theme" Target="../theme/theme25.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77.xml"/><Relationship Id="rId10" Type="http://schemas.openxmlformats.org/officeDocument/2006/relationships/slideLayout" Target="../slideLayouts/slideLayout276.xml"/><Relationship Id="rId1" Type="http://schemas.openxmlformats.org/officeDocument/2006/relationships/slideLayout" Target="../slideLayouts/slideLayout267.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6.xml"/><Relationship Id="rId8" Type="http://schemas.openxmlformats.org/officeDocument/2006/relationships/slideLayout" Target="../slideLayouts/slideLayout285.xml"/><Relationship Id="rId7" Type="http://schemas.openxmlformats.org/officeDocument/2006/relationships/slideLayout" Target="../slideLayouts/slideLayout284.xml"/><Relationship Id="rId6" Type="http://schemas.openxmlformats.org/officeDocument/2006/relationships/slideLayout" Target="../slideLayouts/slideLayout283.xml"/><Relationship Id="rId5" Type="http://schemas.openxmlformats.org/officeDocument/2006/relationships/slideLayout" Target="../slideLayouts/slideLayout282.xml"/><Relationship Id="rId4" Type="http://schemas.openxmlformats.org/officeDocument/2006/relationships/slideLayout" Target="../slideLayouts/slideLayout281.xml"/><Relationship Id="rId3" Type="http://schemas.openxmlformats.org/officeDocument/2006/relationships/slideLayout" Target="../slideLayouts/slideLayout280.xml"/><Relationship Id="rId2" Type="http://schemas.openxmlformats.org/officeDocument/2006/relationships/slideLayout" Target="../slideLayouts/slideLayout279.xml"/><Relationship Id="rId15" Type="http://schemas.openxmlformats.org/officeDocument/2006/relationships/theme" Target="../theme/theme26.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88.xml"/><Relationship Id="rId10" Type="http://schemas.openxmlformats.org/officeDocument/2006/relationships/slideLayout" Target="../slideLayouts/slideLayout287.xml"/><Relationship Id="rId1" Type="http://schemas.openxmlformats.org/officeDocument/2006/relationships/slideLayout" Target="../slideLayouts/slideLayout278.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7.xml"/><Relationship Id="rId8" Type="http://schemas.openxmlformats.org/officeDocument/2006/relationships/slideLayout" Target="../slideLayouts/slideLayout296.xml"/><Relationship Id="rId7" Type="http://schemas.openxmlformats.org/officeDocument/2006/relationships/slideLayout" Target="../slideLayouts/slideLayout295.xml"/><Relationship Id="rId6" Type="http://schemas.openxmlformats.org/officeDocument/2006/relationships/slideLayout" Target="../slideLayouts/slideLayout294.xml"/><Relationship Id="rId5" Type="http://schemas.openxmlformats.org/officeDocument/2006/relationships/slideLayout" Target="../slideLayouts/slideLayout293.xml"/><Relationship Id="rId4" Type="http://schemas.openxmlformats.org/officeDocument/2006/relationships/slideLayout" Target="../slideLayouts/slideLayout292.xml"/><Relationship Id="rId3" Type="http://schemas.openxmlformats.org/officeDocument/2006/relationships/slideLayout" Target="../slideLayouts/slideLayout291.xml"/><Relationship Id="rId2" Type="http://schemas.openxmlformats.org/officeDocument/2006/relationships/slideLayout" Target="../slideLayouts/slideLayout290.xml"/><Relationship Id="rId15" Type="http://schemas.openxmlformats.org/officeDocument/2006/relationships/theme" Target="../theme/theme27.xml"/><Relationship Id="rId14" Type="http://schemas.openxmlformats.org/officeDocument/2006/relationships/image" Target="../media/image6.jpeg"/><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299.xml"/><Relationship Id="rId10" Type="http://schemas.openxmlformats.org/officeDocument/2006/relationships/slideLayout" Target="../slideLayouts/slideLayout298.xml"/><Relationship Id="rId1" Type="http://schemas.openxmlformats.org/officeDocument/2006/relationships/slideLayout" Target="../slideLayouts/slideLayout289.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8.xml"/><Relationship Id="rId8" Type="http://schemas.openxmlformats.org/officeDocument/2006/relationships/slideLayout" Target="../slideLayouts/slideLayout307.xml"/><Relationship Id="rId7" Type="http://schemas.openxmlformats.org/officeDocument/2006/relationships/slideLayout" Target="../slideLayouts/slideLayout306.xml"/><Relationship Id="rId6" Type="http://schemas.openxmlformats.org/officeDocument/2006/relationships/slideLayout" Target="../slideLayouts/slideLayout305.xml"/><Relationship Id="rId5" Type="http://schemas.openxmlformats.org/officeDocument/2006/relationships/slideLayout" Target="../slideLayouts/slideLayout304.xml"/><Relationship Id="rId4" Type="http://schemas.openxmlformats.org/officeDocument/2006/relationships/slideLayout" Target="../slideLayouts/slideLayout303.xml"/><Relationship Id="rId3" Type="http://schemas.openxmlformats.org/officeDocument/2006/relationships/slideLayout" Target="../slideLayouts/slideLayout302.xml"/><Relationship Id="rId2" Type="http://schemas.openxmlformats.org/officeDocument/2006/relationships/slideLayout" Target="../slideLayouts/slideLayout301.xml"/><Relationship Id="rId14" Type="http://schemas.openxmlformats.org/officeDocument/2006/relationships/theme" Target="../theme/theme28.xml"/><Relationship Id="rId13" Type="http://schemas.openxmlformats.org/officeDocument/2006/relationships/image" Target="../media/image8.png"/><Relationship Id="rId12" Type="http://schemas.openxmlformats.org/officeDocument/2006/relationships/image" Target="../media/image7.jpeg"/><Relationship Id="rId11" Type="http://schemas.openxmlformats.org/officeDocument/2006/relationships/slideLayout" Target="../slideLayouts/slideLayout310.xml"/><Relationship Id="rId10" Type="http://schemas.openxmlformats.org/officeDocument/2006/relationships/slideLayout" Target="../slideLayouts/slideLayout309.xml"/><Relationship Id="rId1" Type="http://schemas.openxmlformats.org/officeDocument/2006/relationships/slideLayout" Target="../slideLayouts/slideLayout30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p:titleStyle>
    <p:bodyStyle>
      <a:lvl1pPr marL="168275" indent="-168275" algn="l" rtl="0" eaLnBrk="0" fontAlgn="ctr" hangingPunct="0">
        <a:lnSpc>
          <a:spcPct val="120000"/>
        </a:lnSpc>
        <a:spcBef>
          <a:spcPct val="20000"/>
        </a:spcBef>
        <a:spcAft>
          <a:spcPct val="0"/>
        </a:spcAft>
        <a:buSzPct val="60000"/>
        <a:buFont typeface="Wingdings" panose="05000000000000000000" pitchFamily="2" charset="2"/>
        <a:buChar char="l"/>
        <a:defRPr sz="2000">
          <a:solidFill>
            <a:schemeClr val="tx1"/>
          </a:solidFill>
          <a:latin typeface="+mn-lt"/>
          <a:ea typeface="+mn-ea"/>
          <a:cs typeface="+mn-cs"/>
        </a:defRPr>
      </a:lvl1pPr>
      <a:lvl2pPr marL="528955" indent="-168275" algn="l" rtl="0" eaLnBrk="0" fontAlgn="ctr" hangingPunct="0">
        <a:lnSpc>
          <a:spcPct val="120000"/>
        </a:lnSpc>
        <a:spcBef>
          <a:spcPct val="20000"/>
        </a:spcBef>
        <a:spcAft>
          <a:spcPct val="0"/>
        </a:spcAft>
        <a:buSzPct val="60000"/>
        <a:buFont typeface="Wingdings" panose="05000000000000000000" pitchFamily="2" charset="2"/>
        <a:buChar char="l"/>
        <a:defRPr sz="2800">
          <a:solidFill>
            <a:schemeClr val="tx1"/>
          </a:solidFill>
          <a:latin typeface="+mn-lt"/>
          <a:ea typeface="+mn-ea"/>
        </a:defRPr>
      </a:lvl2pPr>
      <a:lvl3pPr marL="882650" indent="-161925" algn="l" rtl="0" eaLnBrk="0" fontAlgn="ctr" hangingPunct="0">
        <a:lnSpc>
          <a:spcPct val="120000"/>
        </a:lnSpc>
        <a:spcBef>
          <a:spcPct val="20000"/>
        </a:spcBef>
        <a:spcAft>
          <a:spcPct val="0"/>
        </a:spcAft>
        <a:buSzPct val="60000"/>
        <a:buFont typeface="Wingdings" panose="05000000000000000000" pitchFamily="2" charset="2"/>
        <a:buChar char="l"/>
        <a:defRPr sz="1600">
          <a:solidFill>
            <a:schemeClr val="tx1"/>
          </a:solidFill>
          <a:latin typeface="+mn-lt"/>
          <a:ea typeface="+mn-ea"/>
        </a:defRPr>
      </a:lvl3pPr>
      <a:lvl4pPr marL="1244600" indent="-168275" algn="l" rtl="0" eaLnBrk="0" fontAlgn="ctr" hangingPunct="0">
        <a:lnSpc>
          <a:spcPct val="120000"/>
        </a:lnSpc>
        <a:spcBef>
          <a:spcPct val="20000"/>
        </a:spcBef>
        <a:spcAft>
          <a:spcPct val="0"/>
        </a:spcAft>
        <a:buSzPct val="60000"/>
        <a:buFont typeface="Wingdings" panose="05000000000000000000" pitchFamily="2" charset="2"/>
        <a:buChar char="l"/>
        <a:defRPr sz="1400">
          <a:solidFill>
            <a:schemeClr val="tx1"/>
          </a:solidFill>
          <a:latin typeface="+mn-lt"/>
          <a:ea typeface="+mn-ea"/>
        </a:defRPr>
      </a:lvl4pPr>
      <a:lvl5pPr marL="1606550" indent="-168275"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5pPr>
      <a:lvl6pPr marL="2063750" indent="-168275"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6pPr>
      <a:lvl7pPr marL="2520950" indent="-168275"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7pPr>
      <a:lvl8pPr marL="2978150" indent="-168275"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8pPr>
      <a:lvl9pPr marL="3435350" indent="-168275"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6" descr="bg4-LINE"/>
          <p:cNvPicPr>
            <a:picLocks noChangeAspect="1"/>
          </p:cNvPicPr>
          <p:nvPr/>
        </p:nvPicPr>
        <p:blipFill>
          <a:blip r:embed="rId12"/>
          <a:stretch>
            <a:fillRect/>
          </a:stretch>
        </p:blipFill>
        <p:spPr>
          <a:xfrm>
            <a:off x="0" y="0"/>
            <a:ext cx="9144000" cy="5143500"/>
          </a:xfrm>
          <a:prstGeom prst="rect">
            <a:avLst/>
          </a:prstGeom>
          <a:noFill/>
          <a:ln w="9525">
            <a:noFill/>
          </a:ln>
        </p:spPr>
      </p:pic>
      <p:sp>
        <p:nvSpPr>
          <p:cNvPr id="1027" name="Rectangle 17"/>
          <p:cNvSpPr>
            <a:spLocks noGrp="1"/>
          </p:cNvSpPr>
          <p:nvPr>
            <p:ph type="title"/>
          </p:nvPr>
        </p:nvSpPr>
        <p:spPr>
          <a:xfrm>
            <a:off x="1022350" y="134938"/>
            <a:ext cx="7905750" cy="523875"/>
          </a:xfrm>
          <a:prstGeom prst="rect">
            <a:avLst/>
          </a:prstGeom>
          <a:noFill/>
          <a:ln w="9525">
            <a:noFill/>
          </a:ln>
        </p:spPr>
        <p:txBody>
          <a:bodyPr lIns="91205" tIns="45612" rIns="91205" bIns="45612" anchor="ctr" anchorCtr="0">
            <a:spAutoFit/>
          </a:bodyPr>
          <a:p>
            <a:pPr lvl="0"/>
            <a:r>
              <a:rPr lang="zh-CN" altLang="en-US" dirty="0"/>
              <a:t>标题文本样式：黑体</a:t>
            </a:r>
            <a:r>
              <a:rPr lang="en-US" altLang="zh-CN" dirty="0"/>
              <a:t>/26</a:t>
            </a:r>
            <a:r>
              <a:rPr lang="zh-CN" altLang="en-US" dirty="0"/>
              <a:t>号  </a:t>
            </a:r>
            <a:r>
              <a:rPr lang="en-US" altLang="zh-CN" dirty="0"/>
              <a:t>Arial/26pt</a:t>
            </a:r>
            <a:endParaRPr lang="en-US" altLang="zh-CN" dirty="0"/>
          </a:p>
        </p:txBody>
      </p:sp>
      <p:sp>
        <p:nvSpPr>
          <p:cNvPr id="1028" name="Rectangle 18"/>
          <p:cNvSpPr>
            <a:spLocks noGrp="1"/>
          </p:cNvSpPr>
          <p:nvPr>
            <p:ph type="body"/>
          </p:nvPr>
        </p:nvSpPr>
        <p:spPr>
          <a:xfrm>
            <a:off x="468313" y="706438"/>
            <a:ext cx="8459787" cy="2001837"/>
          </a:xfrm>
          <a:prstGeom prst="rect">
            <a:avLst/>
          </a:prstGeom>
          <a:noFill/>
          <a:ln w="9525">
            <a:noFill/>
          </a:ln>
        </p:spPr>
        <p:txBody>
          <a:bodyPr lIns="91205" tIns="45612" rIns="91205" bIns="45612">
            <a:spAutoFit/>
          </a:bodyPr>
          <a:p>
            <a:pPr lvl="0"/>
            <a:r>
              <a:rPr lang="zh-CN" altLang="en-US" dirty="0"/>
              <a:t>第一级内容文本样式：黑体</a:t>
            </a:r>
            <a:r>
              <a:rPr lang="en-US" altLang="zh-CN" dirty="0"/>
              <a:t>/20</a:t>
            </a:r>
            <a:r>
              <a:rPr lang="zh-CN" altLang="en-US" dirty="0"/>
              <a:t>号  </a:t>
            </a:r>
            <a:r>
              <a:rPr lang="en-US" altLang="zh-CN" dirty="0"/>
              <a:t>Arial/20pt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Tree>
  </p:cSld>
  <p:clrMap bg1="dk2" tx1="lt1" bg2="dk1"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p:hf sldNum="0" hdr="0" ftr="0" dt="0"/>
  <p:txStyles>
    <p:titleStyle>
      <a:lvl1pPr marL="354330" indent="-354330" algn="r" rtl="0" eaLnBrk="0" fontAlgn="base" hangingPunct="0">
        <a:spcBef>
          <a:spcPct val="0"/>
        </a:spcBef>
        <a:spcAft>
          <a:spcPct val="0"/>
        </a:spcAft>
        <a:defRPr sz="2800" b="1">
          <a:solidFill>
            <a:schemeClr val="tx2"/>
          </a:solidFill>
          <a:latin typeface="+mj-lt"/>
          <a:ea typeface="+mj-ea"/>
          <a:cs typeface="+mj-cs"/>
        </a:defRPr>
      </a:lvl1pPr>
      <a:lvl2pPr marL="3543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2pPr>
      <a:lvl3pPr marL="3543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3pPr>
      <a:lvl4pPr marL="3543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4pPr>
      <a:lvl5pPr marL="3543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5pPr>
      <a:lvl6pPr marL="8115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6pPr>
      <a:lvl7pPr marL="12687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7pPr>
      <a:lvl8pPr marL="17259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8pPr>
      <a:lvl9pPr marL="2183130" indent="-354330" algn="r" rtl="0" eaLnBrk="0" fontAlgn="base" hangingPunct="0">
        <a:spcBef>
          <a:spcPct val="0"/>
        </a:spcBef>
        <a:spcAft>
          <a:spcPct val="0"/>
        </a:spcAft>
        <a:defRPr sz="2800" b="1">
          <a:solidFill>
            <a:schemeClr val="tx2"/>
          </a:solidFill>
          <a:latin typeface="黑体" panose="02010609060101010101" pitchFamily="49" charset="-122"/>
          <a:ea typeface="黑体" panose="02010609060101010101" pitchFamily="49" charset="-122"/>
        </a:defRPr>
      </a:lvl9pPr>
    </p:titleStyle>
    <p:bodyStyle>
      <a:lvl1pPr marL="287655" indent="-287655" algn="l" rtl="0" eaLnBrk="0" fontAlgn="ctr" hangingPunct="0">
        <a:lnSpc>
          <a:spcPct val="120000"/>
        </a:lnSpc>
        <a:spcBef>
          <a:spcPct val="20000"/>
        </a:spcBef>
        <a:spcAft>
          <a:spcPct val="0"/>
        </a:spcAft>
        <a:buClr>
          <a:schemeClr val="folHlink"/>
        </a:buClr>
        <a:buFont typeface="Wingdings" panose="05000000000000000000" pitchFamily="2" charset="2"/>
        <a:buChar char="p"/>
        <a:defRPr sz="2400" b="1">
          <a:solidFill>
            <a:schemeClr val="tx1"/>
          </a:solidFill>
          <a:latin typeface="+mn-lt"/>
          <a:ea typeface="+mn-ea"/>
          <a:cs typeface="+mn-cs"/>
        </a:defRPr>
      </a:lvl1pPr>
      <a:lvl2pPr marL="646430" indent="-206375" algn="l" rtl="0" eaLnBrk="0" fontAlgn="ctr" hangingPunct="0">
        <a:lnSpc>
          <a:spcPct val="120000"/>
        </a:lnSpc>
        <a:spcBef>
          <a:spcPct val="20000"/>
        </a:spcBef>
        <a:spcAft>
          <a:spcPct val="0"/>
        </a:spcAft>
        <a:buClr>
          <a:schemeClr val="tx1"/>
        </a:buClr>
        <a:buFont typeface="Wingdings" panose="05000000000000000000" pitchFamily="2" charset="2"/>
        <a:buChar char="n"/>
        <a:defRPr sz="2000">
          <a:solidFill>
            <a:schemeClr val="tx1"/>
          </a:solidFill>
          <a:latin typeface="+mn-lt"/>
          <a:ea typeface="+mn-ea"/>
        </a:defRPr>
      </a:lvl2pPr>
      <a:lvl3pPr marL="1002030" indent="-205105" algn="l" rtl="0" eaLnBrk="0" fontAlgn="ctr" hangingPunct="0">
        <a:lnSpc>
          <a:spcPct val="120000"/>
        </a:lnSpc>
        <a:spcBef>
          <a:spcPct val="20000"/>
        </a:spcBef>
        <a:spcAft>
          <a:spcPct val="0"/>
        </a:spcAft>
        <a:buClr>
          <a:schemeClr val="tx1"/>
        </a:buClr>
        <a:buFont typeface="Wingdings" panose="05000000000000000000" pitchFamily="2" charset="2"/>
        <a:buChar char="p"/>
        <a:defRPr sz="2400">
          <a:solidFill>
            <a:schemeClr val="tx1"/>
          </a:solidFill>
          <a:latin typeface="+mn-lt"/>
          <a:ea typeface="+mn-ea"/>
        </a:defRPr>
      </a:lvl3pPr>
      <a:lvl4pPr marL="1371600" indent="-217805" algn="l" rtl="0" eaLnBrk="0" fontAlgn="ctr" hangingPunct="0">
        <a:lnSpc>
          <a:spcPct val="120000"/>
        </a:lnSpc>
        <a:spcBef>
          <a:spcPct val="20000"/>
        </a:spcBef>
        <a:spcAft>
          <a:spcPct val="0"/>
        </a:spcAft>
        <a:buClr>
          <a:schemeClr val="tx1"/>
        </a:buClr>
        <a:buFont typeface="Wingdings" panose="05000000000000000000" pitchFamily="2" charset="2"/>
        <a:buChar char="n"/>
        <a:defRPr sz="1600">
          <a:solidFill>
            <a:schemeClr val="tx1"/>
          </a:solidFill>
          <a:latin typeface="+mn-lt"/>
          <a:ea typeface="+mn-ea"/>
        </a:defRPr>
      </a:lvl4pPr>
      <a:lvl5pPr marL="1729105" indent="-206375" algn="l" rtl="0" eaLnBrk="0" fontAlgn="ctr" hangingPunct="0">
        <a:lnSpc>
          <a:spcPct val="120000"/>
        </a:lnSpc>
        <a:spcBef>
          <a:spcPct val="20000"/>
        </a:spcBef>
        <a:spcAft>
          <a:spcPct val="0"/>
        </a:spcAft>
        <a:buClr>
          <a:schemeClr val="tx1"/>
        </a:buClr>
        <a:buFont typeface="Wingdings" panose="05000000000000000000" pitchFamily="2" charset="2"/>
        <a:buChar char="p"/>
        <a:defRPr sz="1400">
          <a:solidFill>
            <a:schemeClr val="tx1"/>
          </a:solidFill>
          <a:latin typeface="+mn-lt"/>
          <a:ea typeface="+mn-ea"/>
        </a:defRPr>
      </a:lvl5pPr>
      <a:lvl6pPr marL="2186305" indent="-206375" algn="l" rtl="0" eaLnBrk="0" fontAlgn="ctr" hangingPunct="0">
        <a:lnSpc>
          <a:spcPct val="120000"/>
        </a:lnSpc>
        <a:spcBef>
          <a:spcPct val="20000"/>
        </a:spcBef>
        <a:spcAft>
          <a:spcPct val="0"/>
        </a:spcAft>
        <a:buClr>
          <a:schemeClr val="tx1"/>
        </a:buClr>
        <a:buFont typeface="Wingdings" panose="05000000000000000000" pitchFamily="2" charset="2"/>
        <a:buChar char="p"/>
        <a:defRPr sz="1400">
          <a:solidFill>
            <a:schemeClr val="tx1"/>
          </a:solidFill>
          <a:latin typeface="+mn-lt"/>
          <a:ea typeface="+mn-ea"/>
        </a:defRPr>
      </a:lvl6pPr>
      <a:lvl7pPr marL="2643505" indent="-206375" algn="l" rtl="0" eaLnBrk="0" fontAlgn="ctr" hangingPunct="0">
        <a:lnSpc>
          <a:spcPct val="120000"/>
        </a:lnSpc>
        <a:spcBef>
          <a:spcPct val="20000"/>
        </a:spcBef>
        <a:spcAft>
          <a:spcPct val="0"/>
        </a:spcAft>
        <a:buClr>
          <a:schemeClr val="tx1"/>
        </a:buClr>
        <a:buFont typeface="Wingdings" panose="05000000000000000000" pitchFamily="2" charset="2"/>
        <a:buChar char="p"/>
        <a:defRPr sz="1400">
          <a:solidFill>
            <a:schemeClr val="tx1"/>
          </a:solidFill>
          <a:latin typeface="+mn-lt"/>
          <a:ea typeface="+mn-ea"/>
        </a:defRPr>
      </a:lvl7pPr>
      <a:lvl8pPr marL="3100705" indent="-206375" algn="l" rtl="0" eaLnBrk="0" fontAlgn="ctr" hangingPunct="0">
        <a:lnSpc>
          <a:spcPct val="120000"/>
        </a:lnSpc>
        <a:spcBef>
          <a:spcPct val="20000"/>
        </a:spcBef>
        <a:spcAft>
          <a:spcPct val="0"/>
        </a:spcAft>
        <a:buClr>
          <a:schemeClr val="tx1"/>
        </a:buClr>
        <a:buFont typeface="Wingdings" panose="05000000000000000000" pitchFamily="2" charset="2"/>
        <a:buChar char="p"/>
        <a:defRPr sz="1400">
          <a:solidFill>
            <a:schemeClr val="tx1"/>
          </a:solidFill>
          <a:latin typeface="+mn-lt"/>
          <a:ea typeface="+mn-ea"/>
        </a:defRPr>
      </a:lvl8pPr>
      <a:lvl9pPr marL="3557905" indent="-206375" algn="l" rtl="0" eaLnBrk="0" fontAlgn="ctr" hangingPunct="0">
        <a:lnSpc>
          <a:spcPct val="120000"/>
        </a:lnSpc>
        <a:spcBef>
          <a:spcPct val="20000"/>
        </a:spcBef>
        <a:spcAft>
          <a:spcPct val="0"/>
        </a:spcAft>
        <a:buClr>
          <a:schemeClr val="tx1"/>
        </a:buClr>
        <a:buFont typeface="Wingdings" panose="05000000000000000000" pitchFamily="2" charset="2"/>
        <a:buChar char="p"/>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p:hf sldNum="0" hdr="0" ftr="0" dt="0"/>
  <p:txStyles>
    <p:titleStyle>
      <a:lvl1pPr algn="l" defTabSz="908050" rtl="0" eaLnBrk="0" fontAlgn="base" hangingPunct="0">
        <a:spcBef>
          <a:spcPct val="0"/>
        </a:spcBef>
        <a:spcAft>
          <a:spcPct val="0"/>
        </a:spcAft>
        <a:defRPr sz="2400" b="1">
          <a:solidFill>
            <a:schemeClr val="tx2"/>
          </a:solidFill>
          <a:latin typeface="+mj-lt"/>
          <a:ea typeface="+mj-ea"/>
          <a:cs typeface="+mj-cs"/>
        </a:defRPr>
      </a:lvl1pPr>
      <a:lvl2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p:titleStyle>
    <p:bodyStyle>
      <a:lvl1pPr marL="174625"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2000">
          <a:solidFill>
            <a:schemeClr val="tx1"/>
          </a:solidFill>
          <a:latin typeface="+mn-lt"/>
          <a:ea typeface="+mn-ea"/>
          <a:cs typeface="+mn-cs"/>
        </a:defRPr>
      </a:lvl1pPr>
      <a:lvl2pPr marL="535305"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2800">
          <a:solidFill>
            <a:schemeClr val="tx1"/>
          </a:solidFill>
          <a:latin typeface="+mn-lt"/>
          <a:ea typeface="+mn-ea"/>
        </a:defRPr>
      </a:lvl2pPr>
      <a:lvl3pPr marL="889000" indent="-168275" algn="l" defTabSz="908050" rtl="0" eaLnBrk="0" fontAlgn="ctr" hangingPunct="0">
        <a:lnSpc>
          <a:spcPct val="120000"/>
        </a:lnSpc>
        <a:spcBef>
          <a:spcPct val="20000"/>
        </a:spcBef>
        <a:spcAft>
          <a:spcPct val="0"/>
        </a:spcAft>
        <a:buSzPct val="60000"/>
        <a:buFont typeface="Wingdings" panose="05000000000000000000" pitchFamily="2" charset="2"/>
        <a:buChar char="l"/>
        <a:defRPr sz="1600">
          <a:solidFill>
            <a:schemeClr val="tx1"/>
          </a:solidFill>
          <a:latin typeface="+mn-lt"/>
          <a:ea typeface="+mn-ea"/>
        </a:defRPr>
      </a:lvl3pPr>
      <a:lvl4pPr marL="125095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400">
          <a:solidFill>
            <a:schemeClr val="tx1"/>
          </a:solidFill>
          <a:latin typeface="+mn-lt"/>
          <a:ea typeface="+mn-ea"/>
        </a:defRPr>
      </a:lvl4pPr>
      <a:lvl5pPr marL="161163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5pPr>
      <a:lvl6pPr marL="206883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6pPr>
      <a:lvl7pPr marL="252603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7pPr>
      <a:lvl8pPr marL="298323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8pPr>
      <a:lvl9pPr marL="344043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hf sldNum="0" hdr="0" ftr="0" dt="0"/>
  <p:txStyles>
    <p:title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p:titleStyle>
    <p:bodyStyle>
      <a:lvl1pPr marL="170180" indent="-170180" algn="l" rtl="0" eaLnBrk="0" fontAlgn="ctr" hangingPunct="0">
        <a:lnSpc>
          <a:spcPct val="120000"/>
        </a:lnSpc>
        <a:spcBef>
          <a:spcPct val="20000"/>
        </a:spcBef>
        <a:spcAft>
          <a:spcPct val="0"/>
        </a:spcAft>
        <a:buSzPct val="60000"/>
        <a:buFont typeface="Wingdings" panose="05000000000000000000" pitchFamily="2" charset="2"/>
        <a:buChar char="l"/>
        <a:defRPr sz="2000">
          <a:solidFill>
            <a:schemeClr val="tx1"/>
          </a:solidFill>
          <a:latin typeface="+mn-lt"/>
          <a:ea typeface="+mn-ea"/>
          <a:cs typeface="+mn-cs"/>
        </a:defRPr>
      </a:lvl1pPr>
      <a:lvl2pPr marL="530225" indent="-170180" algn="l" rtl="0" eaLnBrk="0" fontAlgn="ctr" hangingPunct="0">
        <a:lnSpc>
          <a:spcPct val="120000"/>
        </a:lnSpc>
        <a:spcBef>
          <a:spcPct val="20000"/>
        </a:spcBef>
        <a:spcAft>
          <a:spcPct val="0"/>
        </a:spcAft>
        <a:buSzPct val="60000"/>
        <a:buFont typeface="Wingdings" panose="05000000000000000000" pitchFamily="2" charset="2"/>
        <a:buChar char="l"/>
        <a:defRPr sz="2800">
          <a:solidFill>
            <a:schemeClr val="tx1"/>
          </a:solidFill>
          <a:latin typeface="+mn-lt"/>
          <a:ea typeface="+mn-ea"/>
        </a:defRPr>
      </a:lvl2pPr>
      <a:lvl3pPr marL="884555" indent="-163830" algn="l" rtl="0" eaLnBrk="0" fontAlgn="ctr" hangingPunct="0">
        <a:lnSpc>
          <a:spcPct val="120000"/>
        </a:lnSpc>
        <a:spcBef>
          <a:spcPct val="20000"/>
        </a:spcBef>
        <a:spcAft>
          <a:spcPct val="0"/>
        </a:spcAft>
        <a:buSzPct val="60000"/>
        <a:buFont typeface="Wingdings" panose="05000000000000000000" pitchFamily="2" charset="2"/>
        <a:buChar char="l"/>
        <a:defRPr sz="1600">
          <a:solidFill>
            <a:schemeClr val="tx1"/>
          </a:solidFill>
          <a:latin typeface="+mn-lt"/>
          <a:ea typeface="+mn-ea"/>
        </a:defRPr>
      </a:lvl3pPr>
      <a:lvl4pPr marL="1246505" indent="-170180" algn="l" rtl="0" eaLnBrk="0" fontAlgn="ctr" hangingPunct="0">
        <a:lnSpc>
          <a:spcPct val="120000"/>
        </a:lnSpc>
        <a:spcBef>
          <a:spcPct val="20000"/>
        </a:spcBef>
        <a:spcAft>
          <a:spcPct val="0"/>
        </a:spcAft>
        <a:buSzPct val="60000"/>
        <a:buFont typeface="Wingdings" panose="05000000000000000000" pitchFamily="2" charset="2"/>
        <a:buChar char="l"/>
        <a:defRPr sz="1400">
          <a:solidFill>
            <a:schemeClr val="tx1"/>
          </a:solidFill>
          <a:latin typeface="+mn-lt"/>
          <a:ea typeface="+mn-ea"/>
        </a:defRPr>
      </a:lvl4pPr>
      <a:lvl5pPr marL="1608455" indent="-170180"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5pPr>
      <a:lvl6pPr marL="2065655" indent="-170180"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6pPr>
      <a:lvl7pPr marL="2522855" indent="-170180"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7pPr>
      <a:lvl8pPr marL="2980055" indent="-170180"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8pPr>
      <a:lvl9pPr marL="3437255" indent="-170180" algn="l"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ransition/>
  <p:hf sldNum="0" hdr="0" ftr="0" dt="0"/>
  <p:txStyles>
    <p:titleStyle>
      <a:lvl1pPr algn="l" defTabSz="908050" rtl="0" eaLnBrk="0" fontAlgn="base" hangingPunct="0">
        <a:spcBef>
          <a:spcPct val="0"/>
        </a:spcBef>
        <a:spcAft>
          <a:spcPct val="0"/>
        </a:spcAft>
        <a:defRPr sz="2400" b="1">
          <a:solidFill>
            <a:schemeClr val="tx2"/>
          </a:solidFill>
          <a:latin typeface="+mj-lt"/>
          <a:ea typeface="+mj-ea"/>
          <a:cs typeface="+mj-cs"/>
        </a:defRPr>
      </a:lvl1pPr>
      <a:lvl2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defTabSz="908050"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p:titleStyle>
    <p:bodyStyle>
      <a:lvl1pPr marL="174625"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2000">
          <a:solidFill>
            <a:schemeClr val="tx1"/>
          </a:solidFill>
          <a:latin typeface="+mn-lt"/>
          <a:ea typeface="+mn-ea"/>
          <a:cs typeface="+mn-cs"/>
        </a:defRPr>
      </a:lvl1pPr>
      <a:lvl2pPr marL="535305"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2800">
          <a:solidFill>
            <a:schemeClr val="tx1"/>
          </a:solidFill>
          <a:latin typeface="+mn-lt"/>
          <a:ea typeface="+mn-ea"/>
        </a:defRPr>
      </a:lvl2pPr>
      <a:lvl3pPr marL="889000" indent="-168275" algn="l" defTabSz="908050" rtl="0" eaLnBrk="0" fontAlgn="ctr" hangingPunct="0">
        <a:lnSpc>
          <a:spcPct val="120000"/>
        </a:lnSpc>
        <a:spcBef>
          <a:spcPct val="20000"/>
        </a:spcBef>
        <a:spcAft>
          <a:spcPct val="0"/>
        </a:spcAft>
        <a:buSzPct val="60000"/>
        <a:buFont typeface="Wingdings" panose="05000000000000000000" pitchFamily="2" charset="2"/>
        <a:buChar char="l"/>
        <a:defRPr sz="1600">
          <a:solidFill>
            <a:schemeClr val="tx1"/>
          </a:solidFill>
          <a:latin typeface="+mn-lt"/>
          <a:ea typeface="+mn-ea"/>
        </a:defRPr>
      </a:lvl3pPr>
      <a:lvl4pPr marL="125095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400">
          <a:solidFill>
            <a:schemeClr val="tx1"/>
          </a:solidFill>
          <a:latin typeface="+mn-lt"/>
          <a:ea typeface="+mn-ea"/>
        </a:defRPr>
      </a:lvl4pPr>
      <a:lvl5pPr marL="161290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5pPr>
      <a:lvl6pPr marL="207010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6pPr>
      <a:lvl7pPr marL="252730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7pPr>
      <a:lvl8pPr marL="298450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8pPr>
      <a:lvl9pPr marL="3441700" indent="-174625" algn="l" defTabSz="908050" rtl="0" eaLnBrk="0" fontAlgn="ctr" hangingPunct="0">
        <a:lnSpc>
          <a:spcPct val="120000"/>
        </a:lnSpc>
        <a:spcBef>
          <a:spcPct val="20000"/>
        </a:spcBef>
        <a:spcAft>
          <a:spcPct val="0"/>
        </a:spcAft>
        <a:buSzPct val="60000"/>
        <a:buFont typeface="Wingdings" panose="05000000000000000000" pitchFamily="2" charset="2"/>
        <a:buChar char="l"/>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2051"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2052"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2053"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pic>
        <p:nvPicPr>
          <p:cNvPr id="2054" name="Picture 112"/>
          <p:cNvPicPr/>
          <p:nvPr/>
        </p:nvPicPr>
        <p:blipFill>
          <a:blip r:embed="rId13"/>
          <a:stretch>
            <a:fillRect/>
          </a:stretch>
        </p:blipFill>
        <p:spPr>
          <a:xfrm>
            <a:off x="42863" y="74613"/>
            <a:ext cx="806450" cy="488950"/>
          </a:xfrm>
          <a:prstGeom prst="rect">
            <a:avLst/>
          </a:prstGeom>
          <a:noFill/>
          <a:ln w="9525">
            <a:noFill/>
          </a:ln>
        </p:spPr>
      </p:pic>
      <p:pic>
        <p:nvPicPr>
          <p:cNvPr id="2055"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6152"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latin typeface="Arial" panose="020B0604020202020204" pitchFamily="34" charset="0"/>
                <a:ea typeface="黑体" panose="02010609060101010101" pitchFamily="49"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72B32F27-B5B1-4D4C-92C8-CF5608367635}" type="slidenum">
              <a:rPr kumimoji="0" lang="zh-CN" altLang="en-US"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r>
              <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t> </a:t>
            </a:r>
            <a:endParaRPr kumimoji="0" lang="en-US" altLang="zh-CN" sz="11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ransition spd="med" advClick="0"/>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Picture 2" descr="345"/>
          <p:cNvPicPr>
            <a:picLocks noChangeAspect="1"/>
          </p:cNvPicPr>
          <p:nvPr/>
        </p:nvPicPr>
        <p:blipFill>
          <a:blip r:embed="rId12">
            <a:lum bright="14001" contrast="20000"/>
          </a:blip>
          <a:stretch>
            <a:fillRect/>
          </a:stretch>
        </p:blipFill>
        <p:spPr>
          <a:xfrm>
            <a:off x="1412875" y="141288"/>
            <a:ext cx="7731125" cy="152400"/>
          </a:xfrm>
          <a:prstGeom prst="rect">
            <a:avLst/>
          </a:prstGeom>
          <a:noFill/>
          <a:ln w="9525">
            <a:noFill/>
          </a:ln>
        </p:spPr>
      </p:pic>
      <p:sp>
        <p:nvSpPr>
          <p:cNvPr id="7171" name="Rectangle 3"/>
          <p:cNvSpPr>
            <a:spLocks noChangeArrowheads="1"/>
          </p:cNvSpPr>
          <p:nvPr/>
        </p:nvSpPr>
        <p:spPr bwMode="auto">
          <a:xfrm flipV="1">
            <a:off x="0" y="5011738"/>
            <a:ext cx="9144000" cy="34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83773" tIns="41888" rIns="83773" bIns="41888" anchor="ctr"/>
          <a:lstStyle>
            <a:lvl1pPr eaLnBrk="0" hangingPunct="0">
              <a:defRPr>
                <a:solidFill>
                  <a:schemeClr val="accent1"/>
                </a:solidFill>
                <a:latin typeface="黑体" panose="02010609060101010101" pitchFamily="49" charset="-122"/>
                <a:ea typeface="微软雅黑" panose="020B0503020204020204" pitchFamily="34" charset="-122"/>
              </a:defRPr>
            </a:lvl1pPr>
            <a:lvl2pPr eaLnBrk="0" hangingPunct="0">
              <a:defRPr>
                <a:solidFill>
                  <a:schemeClr val="accent1"/>
                </a:solidFill>
                <a:latin typeface="黑体" panose="02010609060101010101" pitchFamily="49" charset="-122"/>
                <a:ea typeface="微软雅黑" panose="020B0503020204020204" pitchFamily="34" charset="-122"/>
              </a:defRPr>
            </a:lvl2pPr>
            <a:lvl3pPr eaLnBrk="0" hangingPunct="0">
              <a:defRPr>
                <a:solidFill>
                  <a:schemeClr val="accent1"/>
                </a:solidFill>
                <a:latin typeface="黑体" panose="02010609060101010101" pitchFamily="49" charset="-122"/>
                <a:ea typeface="微软雅黑" panose="020B0503020204020204" pitchFamily="34" charset="-122"/>
              </a:defRPr>
            </a:lvl3pPr>
            <a:lvl4pPr eaLnBrk="0" hangingPunct="0">
              <a:defRPr>
                <a:solidFill>
                  <a:schemeClr val="accent1"/>
                </a:solidFill>
                <a:latin typeface="黑体" panose="02010609060101010101" pitchFamily="49" charset="-122"/>
                <a:ea typeface="微软雅黑" panose="020B0503020204020204" pitchFamily="34" charset="-122"/>
              </a:defRPr>
            </a:lvl4pPr>
            <a:lvl5pPr eaLnBrk="0" hangingPunct="0">
              <a:defRPr>
                <a:solidFill>
                  <a:schemeClr val="accent1"/>
                </a:solidFill>
                <a:latin typeface="黑体" panose="02010609060101010101" pitchFamily="49" charset="-122"/>
                <a:ea typeface="微软雅黑" panose="020B0503020204020204" pitchFamily="34" charset="-122"/>
              </a:defRPr>
            </a:lvl5pPr>
            <a:lvl6pPr marL="19227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914400" rtl="0" eaLnBrk="1" fontAlgn="base" latinLnBrk="0" hangingPunct="1">
              <a:lnSpc>
                <a:spcPct val="145000"/>
              </a:lnSpc>
              <a:spcBef>
                <a:spcPct val="20000"/>
              </a:spcBef>
              <a:spcAft>
                <a:spcPct val="0"/>
              </a:spcAft>
              <a:buClr>
                <a:srgbClr val="FF0000"/>
              </a:buClr>
              <a:buSzTx/>
              <a:buFont typeface="Wingdings" panose="05000000000000000000" pitchFamily="2" charset="2"/>
              <a:buNone/>
              <a:defRPr/>
            </a:pPr>
            <a:endParaRPr kumimoji="0" lang="zh-CN" altLang="en-US" sz="2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3076" name="Text Box 4"/>
          <p:cNvSpPr txBox="1">
            <a:spLocks noChangeArrowheads="1"/>
          </p:cNvSpPr>
          <p:nvPr/>
        </p:nvSpPr>
        <p:spPr bwMode="auto">
          <a:xfrm rot="5400000">
            <a:off x="-1135062" y="1898650"/>
            <a:ext cx="23050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09" tIns="38858" rIns="77709" bIns="38858">
            <a:spAutoFit/>
          </a:bodyPr>
          <a:lstStyle>
            <a:lvl1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848995"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rPr>
              <a:t>01000100010010001001010000</a:t>
            </a:r>
            <a:endPar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endParaRPr>
          </a:p>
        </p:txBody>
      </p:sp>
      <p:sp>
        <p:nvSpPr>
          <p:cNvPr id="3077" name="Rectangle 5"/>
          <p:cNvSpPr>
            <a:spLocks noChangeArrowheads="1"/>
          </p:cNvSpPr>
          <p:nvPr/>
        </p:nvSpPr>
        <p:spPr bwMode="auto">
          <a:xfrm>
            <a:off x="344488" y="4035425"/>
            <a:ext cx="287338" cy="282575"/>
          </a:xfrm>
          <a:prstGeom prst="rect">
            <a:avLst/>
          </a:prstGeom>
          <a:gradFill rotWithShape="0">
            <a:gsLst>
              <a:gs pos="0">
                <a:srgbClr val="797915"/>
              </a:gs>
              <a:gs pos="100000">
                <a:srgbClr val="FFFF2D"/>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09" tIns="38858" rIns="77709" bIns="38858" anchor="ctr"/>
          <a:lstStyle>
            <a:lvl1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8489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78" name="Rectangle 6"/>
          <p:cNvSpPr>
            <a:spLocks noChangeArrowheads="1"/>
          </p:cNvSpPr>
          <p:nvPr/>
        </p:nvSpPr>
        <p:spPr bwMode="auto">
          <a:xfrm>
            <a:off x="333375" y="3775075"/>
            <a:ext cx="192088" cy="188913"/>
          </a:xfrm>
          <a:prstGeom prst="rect">
            <a:avLst/>
          </a:prstGeom>
          <a:gradFill rotWithShape="0">
            <a:gsLst>
              <a:gs pos="0">
                <a:srgbClr val="FF3300"/>
              </a:gs>
              <a:gs pos="100000">
                <a:srgbClr val="FF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09" tIns="38858" rIns="77709" bIns="38858" anchor="ctr"/>
          <a:lstStyle>
            <a:lvl1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8489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79" name="Rectangle 7"/>
          <p:cNvSpPr>
            <a:spLocks noChangeArrowheads="1"/>
          </p:cNvSpPr>
          <p:nvPr/>
        </p:nvSpPr>
        <p:spPr bwMode="auto">
          <a:xfrm>
            <a:off x="0" y="4256088"/>
            <a:ext cx="447675" cy="395288"/>
          </a:xfrm>
          <a:prstGeom prst="rect">
            <a:avLst/>
          </a:prstGeom>
          <a:gradFill rotWithShape="0">
            <a:gsLst>
              <a:gs pos="0">
                <a:srgbClr val="000076"/>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09" tIns="38858" rIns="77709" bIns="38858" anchor="ctr"/>
          <a:lstStyle>
            <a:lvl1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8489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8489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8489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3080" name="Picture 21"/>
          <p:cNvPicPr>
            <a:picLocks noChangeAspect="1"/>
          </p:cNvPicPr>
          <p:nvPr/>
        </p:nvPicPr>
        <p:blipFill>
          <a:blip r:embed="rId13"/>
          <a:stretch>
            <a:fillRect/>
          </a:stretch>
        </p:blipFill>
        <p:spPr>
          <a:xfrm>
            <a:off x="0" y="0"/>
            <a:ext cx="1646238" cy="3952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ransition>
    <p:fade/>
  </p:transition>
  <p:hf sldNum="0" hdr="0" ftr="0" dt="0"/>
  <p:txStyles>
    <p:titleStyle>
      <a:lvl1pPr algn="ctr" defTabSz="776605" rtl="0" eaLnBrk="0" fontAlgn="base" hangingPunct="0">
        <a:spcBef>
          <a:spcPct val="0"/>
        </a:spcBef>
        <a:spcAft>
          <a:spcPct val="0"/>
        </a:spcAft>
        <a:defRPr sz="3700">
          <a:solidFill>
            <a:schemeClr val="tx2"/>
          </a:solidFill>
          <a:latin typeface="+mj-lt"/>
          <a:ea typeface="+mj-ea"/>
          <a:cs typeface="+mj-cs"/>
        </a:defRPr>
      </a:lvl1pPr>
      <a:lvl2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2pPr>
      <a:lvl3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3pPr>
      <a:lvl4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4pPr>
      <a:lvl5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5pPr>
      <a:lvl6pPr marL="4572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6pPr>
      <a:lvl7pPr marL="9144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7pPr>
      <a:lvl8pPr marL="13716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8pPr>
      <a:lvl9pPr marL="18288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9pPr>
    </p:titleStyle>
    <p:bodyStyle>
      <a:lvl1pPr marL="290830" indent="-290830" algn="l" defTabSz="776605" rtl="0" eaLnBrk="0" fontAlgn="base" hangingPunct="0">
        <a:spcBef>
          <a:spcPct val="20000"/>
        </a:spcBef>
        <a:spcAft>
          <a:spcPct val="0"/>
        </a:spcAft>
        <a:buChar char="•"/>
        <a:defRPr sz="2700">
          <a:solidFill>
            <a:schemeClr val="tx1"/>
          </a:solidFill>
          <a:latin typeface="+mn-lt"/>
          <a:ea typeface="+mn-ea"/>
          <a:cs typeface="+mn-cs"/>
        </a:defRPr>
      </a:lvl1pPr>
      <a:lvl2pPr marL="630555" indent="-241300" algn="l" defTabSz="776605" rtl="0" eaLnBrk="0" fontAlgn="base" hangingPunct="0">
        <a:spcBef>
          <a:spcPct val="20000"/>
        </a:spcBef>
        <a:spcAft>
          <a:spcPct val="0"/>
        </a:spcAft>
        <a:buChar char="–"/>
        <a:defRPr sz="2400">
          <a:solidFill>
            <a:schemeClr val="tx1"/>
          </a:solidFill>
          <a:latin typeface="+mn-lt"/>
          <a:ea typeface="+mn-ea"/>
        </a:defRPr>
      </a:lvl2pPr>
      <a:lvl3pPr marL="973455" indent="-193675" algn="l" defTabSz="776605" rtl="0" eaLnBrk="0" fontAlgn="base" hangingPunct="0">
        <a:spcBef>
          <a:spcPct val="20000"/>
        </a:spcBef>
        <a:spcAft>
          <a:spcPct val="0"/>
        </a:spcAft>
        <a:buChar char="•"/>
        <a:defRPr sz="2000">
          <a:solidFill>
            <a:schemeClr val="tx1"/>
          </a:solidFill>
          <a:latin typeface="+mn-lt"/>
          <a:ea typeface="+mn-ea"/>
        </a:defRPr>
      </a:lvl3pPr>
      <a:lvl4pPr marL="1360805" indent="-192405" algn="l" defTabSz="776605" rtl="0" eaLnBrk="0" fontAlgn="base" hangingPunct="0">
        <a:spcBef>
          <a:spcPct val="20000"/>
        </a:spcBef>
        <a:spcAft>
          <a:spcPct val="0"/>
        </a:spcAft>
        <a:buChar char="–"/>
        <a:defRPr sz="1700">
          <a:solidFill>
            <a:schemeClr val="tx1"/>
          </a:solidFill>
          <a:latin typeface="+mn-lt"/>
          <a:ea typeface="+mn-ea"/>
        </a:defRPr>
      </a:lvl4pPr>
      <a:lvl5pPr marL="1749425" indent="-190500" algn="l" defTabSz="776605" rtl="0" eaLnBrk="0" fontAlgn="base" hangingPunct="0">
        <a:spcBef>
          <a:spcPct val="20000"/>
        </a:spcBef>
        <a:spcAft>
          <a:spcPct val="0"/>
        </a:spcAft>
        <a:buChar char="»"/>
        <a:defRPr sz="1700">
          <a:solidFill>
            <a:schemeClr val="tx1"/>
          </a:solidFill>
          <a:latin typeface="+mn-lt"/>
          <a:ea typeface="+mn-ea"/>
        </a:defRPr>
      </a:lvl5pPr>
      <a:lvl6pPr marL="2206625" indent="-190500" algn="l" defTabSz="775970" rtl="0" eaLnBrk="0" fontAlgn="base" hangingPunct="0">
        <a:spcBef>
          <a:spcPct val="20000"/>
        </a:spcBef>
        <a:spcAft>
          <a:spcPct val="0"/>
        </a:spcAft>
        <a:buChar char="»"/>
        <a:defRPr sz="1700">
          <a:solidFill>
            <a:schemeClr val="tx1"/>
          </a:solidFill>
          <a:latin typeface="+mn-lt"/>
          <a:ea typeface="+mn-ea"/>
        </a:defRPr>
      </a:lvl6pPr>
      <a:lvl7pPr marL="2663825" indent="-190500" algn="l" defTabSz="775970" rtl="0" eaLnBrk="0" fontAlgn="base" hangingPunct="0">
        <a:spcBef>
          <a:spcPct val="20000"/>
        </a:spcBef>
        <a:spcAft>
          <a:spcPct val="0"/>
        </a:spcAft>
        <a:buChar char="»"/>
        <a:defRPr sz="1700">
          <a:solidFill>
            <a:schemeClr val="tx1"/>
          </a:solidFill>
          <a:latin typeface="+mn-lt"/>
          <a:ea typeface="+mn-ea"/>
        </a:defRPr>
      </a:lvl7pPr>
      <a:lvl8pPr marL="3121025" indent="-190500" algn="l" defTabSz="775970" rtl="0" eaLnBrk="0" fontAlgn="base" hangingPunct="0">
        <a:spcBef>
          <a:spcPct val="20000"/>
        </a:spcBef>
        <a:spcAft>
          <a:spcPct val="0"/>
        </a:spcAft>
        <a:buChar char="»"/>
        <a:defRPr sz="1700">
          <a:solidFill>
            <a:schemeClr val="tx1"/>
          </a:solidFill>
          <a:latin typeface="+mn-lt"/>
          <a:ea typeface="+mn-ea"/>
        </a:defRPr>
      </a:lvl8pPr>
      <a:lvl9pPr marL="3578225" indent="-190500" algn="l" defTabSz="775970" rtl="0" eaLnBrk="0" fontAlgn="base" hangingPunct="0">
        <a:spcBef>
          <a:spcPct val="20000"/>
        </a:spcBef>
        <a:spcAft>
          <a:spcPct val="0"/>
        </a:spcAft>
        <a:buChar char="»"/>
        <a:defRPr sz="1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FF"/>
            </a:gs>
            <a:gs pos="100000">
              <a:srgbClr val="000076"/>
            </a:gs>
          </a:gsLst>
          <a:lin ang="5400000" scaled="1"/>
          <a:tileRect/>
        </a:gradFill>
        <a:effectLst/>
      </p:bgPr>
    </p:bg>
    <p:spTree>
      <p:nvGrpSpPr>
        <p:cNvPr id="1" name=""/>
        <p:cNvGrpSpPr/>
        <p:nvPr/>
      </p:nvGrpSpPr>
      <p:grpSpPr/>
      <p:pic>
        <p:nvPicPr>
          <p:cNvPr id="4098" name="Picture 2" descr="345"/>
          <p:cNvPicPr>
            <a:picLocks noChangeAspect="1"/>
          </p:cNvPicPr>
          <p:nvPr/>
        </p:nvPicPr>
        <p:blipFill>
          <a:blip r:embed="rId12">
            <a:lum bright="14001" contrast="20000"/>
          </a:blip>
          <a:stretch>
            <a:fillRect/>
          </a:stretch>
        </p:blipFill>
        <p:spPr>
          <a:xfrm>
            <a:off x="1897063" y="142875"/>
            <a:ext cx="7246937" cy="250825"/>
          </a:xfrm>
          <a:prstGeom prst="rect">
            <a:avLst/>
          </a:prstGeom>
          <a:noFill/>
          <a:ln w="9525">
            <a:noFill/>
          </a:ln>
        </p:spPr>
      </p:pic>
      <p:sp>
        <p:nvSpPr>
          <p:cNvPr id="8195" name="Rectangle 3"/>
          <p:cNvSpPr>
            <a:spLocks noChangeArrowheads="1"/>
          </p:cNvSpPr>
          <p:nvPr/>
        </p:nvSpPr>
        <p:spPr bwMode="auto">
          <a:xfrm>
            <a:off x="0" y="4946650"/>
            <a:ext cx="9144000" cy="196850"/>
          </a:xfrm>
          <a:prstGeom prst="rect">
            <a:avLst/>
          </a:prstGeom>
          <a:solidFill>
            <a:srgbClr val="000099"/>
          </a:solidFill>
          <a:ln w="9525">
            <a:noFill/>
            <a:miter lim="800000"/>
          </a:ln>
        </p:spPr>
        <p:txBody>
          <a:bodyPr wrap="none" lIns="91291" tIns="45646" rIns="91291" bIns="45646"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4100" name="Rectangle 4"/>
          <p:cNvSpPr/>
          <p:nvPr/>
        </p:nvSpPr>
        <p:spPr>
          <a:xfrm flipV="1">
            <a:off x="0" y="5011738"/>
            <a:ext cx="9144000" cy="34925"/>
          </a:xfrm>
          <a:prstGeom prst="rect">
            <a:avLst/>
          </a:prstGeom>
          <a:solidFill>
            <a:schemeClr val="bg1"/>
          </a:solidFill>
          <a:ln w="9525">
            <a:noFill/>
          </a:ln>
        </p:spPr>
        <p:txBody>
          <a:bodyPr rot="10800000" wrap="none" lIns="91291" tIns="45646" rIns="91291" bIns="45646" anchor="ctr" anchorCtr="0"/>
          <a:p>
            <a:pPr lvl="0" algn="ctr" eaLnBrk="1" hangingPunct="1">
              <a:buNone/>
            </a:pPr>
            <a:endParaRPr lang="" altLang="en-US" sz="2400" dirty="0">
              <a:solidFill>
                <a:srgbClr val="000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4101" name="Text Box 5"/>
          <p:cNvSpPr txBox="1">
            <a:spLocks noChangeArrowheads="1"/>
          </p:cNvSpPr>
          <p:nvPr/>
        </p:nvSpPr>
        <p:spPr bwMode="auto">
          <a:xfrm rot="5400000">
            <a:off x="-1135062" y="1898650"/>
            <a:ext cx="23050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22" tIns="38858" rIns="77722" bIns="38858">
            <a:spAutoFit/>
          </a:bodyP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777875"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rPr>
              <a:t>01000100010010001001010000</a:t>
            </a:r>
            <a:endPar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endParaRPr>
          </a:p>
        </p:txBody>
      </p:sp>
      <p:sp>
        <p:nvSpPr>
          <p:cNvPr id="4102" name="Rectangle 6"/>
          <p:cNvSpPr>
            <a:spLocks noChangeArrowheads="1"/>
          </p:cNvSpPr>
          <p:nvPr/>
        </p:nvSpPr>
        <p:spPr bwMode="auto">
          <a:xfrm>
            <a:off x="344488" y="4035425"/>
            <a:ext cx="287338" cy="282575"/>
          </a:xfrm>
          <a:prstGeom prst="rect">
            <a:avLst/>
          </a:prstGeom>
          <a:gradFill rotWithShape="0">
            <a:gsLst>
              <a:gs pos="0">
                <a:srgbClr val="797915"/>
              </a:gs>
              <a:gs pos="100000">
                <a:srgbClr val="FFFF2D"/>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3" name="Rectangle 7"/>
          <p:cNvSpPr>
            <a:spLocks noChangeArrowheads="1"/>
          </p:cNvSpPr>
          <p:nvPr/>
        </p:nvSpPr>
        <p:spPr bwMode="auto">
          <a:xfrm>
            <a:off x="333375" y="3776663"/>
            <a:ext cx="192088" cy="187325"/>
          </a:xfrm>
          <a:prstGeom prst="rect">
            <a:avLst/>
          </a:prstGeom>
          <a:gradFill rotWithShape="0">
            <a:gsLst>
              <a:gs pos="0">
                <a:srgbClr val="FF3300"/>
              </a:gs>
              <a:gs pos="100000">
                <a:srgbClr val="FF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4" name="Rectangle 8"/>
          <p:cNvSpPr>
            <a:spLocks noChangeArrowheads="1"/>
          </p:cNvSpPr>
          <p:nvPr/>
        </p:nvSpPr>
        <p:spPr bwMode="auto">
          <a:xfrm>
            <a:off x="0" y="4256088"/>
            <a:ext cx="447675" cy="393700"/>
          </a:xfrm>
          <a:prstGeom prst="rect">
            <a:avLst/>
          </a:prstGeom>
          <a:gradFill rotWithShape="0">
            <a:gsLst>
              <a:gs pos="0">
                <a:srgbClr val="000076"/>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4105" name="Picture 21"/>
          <p:cNvPicPr>
            <a:picLocks noChangeAspect="1"/>
          </p:cNvPicPr>
          <p:nvPr/>
        </p:nvPicPr>
        <p:blipFill>
          <a:blip r:embed="rId13"/>
          <a:stretch>
            <a:fillRect/>
          </a:stretch>
        </p:blipFill>
        <p:spPr>
          <a:xfrm>
            <a:off x="0" y="0"/>
            <a:ext cx="2233613" cy="4984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ransition>
    <p:fade/>
  </p:transition>
  <p:hf sldNum="0" hdr="0" ftr="0" dt="0"/>
  <p:txStyles>
    <p:titleStyle>
      <a:lvl1pPr algn="ctr" defTabSz="776605" rtl="0" eaLnBrk="0" fontAlgn="base" hangingPunct="0">
        <a:spcBef>
          <a:spcPct val="0"/>
        </a:spcBef>
        <a:spcAft>
          <a:spcPct val="0"/>
        </a:spcAft>
        <a:defRPr sz="3700">
          <a:solidFill>
            <a:schemeClr val="tx2"/>
          </a:solidFill>
          <a:latin typeface="+mj-lt"/>
          <a:ea typeface="+mj-ea"/>
          <a:cs typeface="+mj-cs"/>
        </a:defRPr>
      </a:lvl1pPr>
      <a:lvl2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2pPr>
      <a:lvl3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3pPr>
      <a:lvl4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4pPr>
      <a:lvl5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5pPr>
      <a:lvl6pPr marL="4572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6pPr>
      <a:lvl7pPr marL="9144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7pPr>
      <a:lvl8pPr marL="13716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8pPr>
      <a:lvl9pPr marL="18288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9pPr>
    </p:titleStyle>
    <p:bodyStyle>
      <a:lvl1pPr marL="288925" indent="-288925" algn="l" defTabSz="776605" rtl="0" eaLnBrk="0" fontAlgn="base" hangingPunct="0">
        <a:spcBef>
          <a:spcPct val="20000"/>
        </a:spcBef>
        <a:spcAft>
          <a:spcPct val="0"/>
        </a:spcAft>
        <a:buChar char="•"/>
        <a:defRPr sz="2700">
          <a:solidFill>
            <a:schemeClr val="tx1"/>
          </a:solidFill>
          <a:latin typeface="+mn-lt"/>
          <a:ea typeface="+mn-ea"/>
          <a:cs typeface="+mn-cs"/>
        </a:defRPr>
      </a:lvl1pPr>
      <a:lvl2pPr marL="630555" indent="-241300" algn="l" defTabSz="776605" rtl="0" eaLnBrk="0" fontAlgn="base" hangingPunct="0">
        <a:spcBef>
          <a:spcPct val="20000"/>
        </a:spcBef>
        <a:spcAft>
          <a:spcPct val="0"/>
        </a:spcAft>
        <a:buChar char="–"/>
        <a:defRPr sz="2400">
          <a:solidFill>
            <a:schemeClr val="tx1"/>
          </a:solidFill>
          <a:latin typeface="+mn-lt"/>
          <a:ea typeface="+mn-ea"/>
        </a:defRPr>
      </a:lvl2pPr>
      <a:lvl3pPr marL="971550" indent="-192405" algn="l" defTabSz="776605" rtl="0" eaLnBrk="0" fontAlgn="base" hangingPunct="0">
        <a:spcBef>
          <a:spcPct val="20000"/>
        </a:spcBef>
        <a:spcAft>
          <a:spcPct val="0"/>
        </a:spcAft>
        <a:buChar char="•"/>
        <a:defRPr sz="2000">
          <a:solidFill>
            <a:schemeClr val="tx1"/>
          </a:solidFill>
          <a:latin typeface="+mn-lt"/>
          <a:ea typeface="+mn-ea"/>
        </a:defRPr>
      </a:lvl3pPr>
      <a:lvl4pPr marL="1360805" indent="-192405" algn="l" defTabSz="776605" rtl="0" eaLnBrk="0" fontAlgn="base" hangingPunct="0">
        <a:spcBef>
          <a:spcPct val="20000"/>
        </a:spcBef>
        <a:spcAft>
          <a:spcPct val="0"/>
        </a:spcAft>
        <a:buChar char="–"/>
        <a:defRPr sz="1700">
          <a:solidFill>
            <a:schemeClr val="tx1"/>
          </a:solidFill>
          <a:latin typeface="+mn-lt"/>
          <a:ea typeface="+mn-ea"/>
        </a:defRPr>
      </a:lvl4pPr>
      <a:lvl5pPr marL="1749425" indent="-190500" algn="l" defTabSz="776605" rtl="0" eaLnBrk="0" fontAlgn="base" hangingPunct="0">
        <a:spcBef>
          <a:spcPct val="20000"/>
        </a:spcBef>
        <a:spcAft>
          <a:spcPct val="0"/>
        </a:spcAft>
        <a:buChar char="»"/>
        <a:defRPr sz="1700">
          <a:solidFill>
            <a:schemeClr val="tx1"/>
          </a:solidFill>
          <a:latin typeface="+mn-lt"/>
          <a:ea typeface="+mn-ea"/>
        </a:defRPr>
      </a:lvl5pPr>
      <a:lvl6pPr marL="2206625" indent="-190500" algn="l" defTabSz="775970" rtl="0" eaLnBrk="0" fontAlgn="base" hangingPunct="0">
        <a:spcBef>
          <a:spcPct val="20000"/>
        </a:spcBef>
        <a:spcAft>
          <a:spcPct val="0"/>
        </a:spcAft>
        <a:buChar char="»"/>
        <a:defRPr sz="1700">
          <a:solidFill>
            <a:schemeClr val="tx1"/>
          </a:solidFill>
          <a:latin typeface="+mn-lt"/>
          <a:ea typeface="+mn-ea"/>
        </a:defRPr>
      </a:lvl6pPr>
      <a:lvl7pPr marL="2663825" indent="-190500" algn="l" defTabSz="775970" rtl="0" eaLnBrk="0" fontAlgn="base" hangingPunct="0">
        <a:spcBef>
          <a:spcPct val="20000"/>
        </a:spcBef>
        <a:spcAft>
          <a:spcPct val="0"/>
        </a:spcAft>
        <a:buChar char="»"/>
        <a:defRPr sz="1700">
          <a:solidFill>
            <a:schemeClr val="tx1"/>
          </a:solidFill>
          <a:latin typeface="+mn-lt"/>
          <a:ea typeface="+mn-ea"/>
        </a:defRPr>
      </a:lvl7pPr>
      <a:lvl8pPr marL="3121025" indent="-190500" algn="l" defTabSz="775970" rtl="0" eaLnBrk="0" fontAlgn="base" hangingPunct="0">
        <a:spcBef>
          <a:spcPct val="20000"/>
        </a:spcBef>
        <a:spcAft>
          <a:spcPct val="0"/>
        </a:spcAft>
        <a:buChar char="»"/>
        <a:defRPr sz="1700">
          <a:solidFill>
            <a:schemeClr val="tx1"/>
          </a:solidFill>
          <a:latin typeface="+mn-lt"/>
          <a:ea typeface="+mn-ea"/>
        </a:defRPr>
      </a:lvl8pPr>
      <a:lvl9pPr marL="3578225" indent="-190500" algn="l" defTabSz="775970" rtl="0" eaLnBrk="0" fontAlgn="base" hangingPunct="0">
        <a:spcBef>
          <a:spcPct val="20000"/>
        </a:spcBef>
        <a:spcAft>
          <a:spcPct val="0"/>
        </a:spcAft>
        <a:buChar char="»"/>
        <a:defRPr sz="1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FF"/>
            </a:gs>
            <a:gs pos="100000">
              <a:srgbClr val="000076"/>
            </a:gs>
          </a:gsLst>
          <a:lin ang="5400000" scaled="1"/>
          <a:tileRect/>
        </a:gradFill>
        <a:effectLst/>
      </p:bgPr>
    </p:bg>
    <p:spTree>
      <p:nvGrpSpPr>
        <p:cNvPr id="1" name=""/>
        <p:cNvGrpSpPr/>
        <p:nvPr/>
      </p:nvGrpSpPr>
      <p:grpSpPr/>
      <p:pic>
        <p:nvPicPr>
          <p:cNvPr id="5122" name="Picture 2" descr="345"/>
          <p:cNvPicPr>
            <a:picLocks noChangeAspect="1"/>
          </p:cNvPicPr>
          <p:nvPr/>
        </p:nvPicPr>
        <p:blipFill>
          <a:blip r:embed="rId12">
            <a:lum bright="14001" contrast="20000"/>
          </a:blip>
          <a:stretch>
            <a:fillRect/>
          </a:stretch>
        </p:blipFill>
        <p:spPr>
          <a:xfrm>
            <a:off x="1897063" y="114300"/>
            <a:ext cx="7246937" cy="155575"/>
          </a:xfrm>
          <a:prstGeom prst="rect">
            <a:avLst/>
          </a:prstGeom>
          <a:noFill/>
          <a:ln w="9525">
            <a:noFill/>
          </a:ln>
        </p:spPr>
      </p:pic>
      <p:sp>
        <p:nvSpPr>
          <p:cNvPr id="9219" name="Rectangle 3"/>
          <p:cNvSpPr>
            <a:spLocks noChangeArrowheads="1"/>
          </p:cNvSpPr>
          <p:nvPr/>
        </p:nvSpPr>
        <p:spPr bwMode="auto">
          <a:xfrm>
            <a:off x="0" y="4946650"/>
            <a:ext cx="9144000" cy="196850"/>
          </a:xfrm>
          <a:prstGeom prst="rect">
            <a:avLst/>
          </a:prstGeom>
          <a:solidFill>
            <a:srgbClr val="000099"/>
          </a:solidFill>
          <a:ln w="9525">
            <a:noFill/>
            <a:miter lim="800000"/>
          </a:ln>
        </p:spPr>
        <p:txBody>
          <a:bodyPr wrap="none" lIns="91291" tIns="45646" rIns="91291" bIns="45646"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5124" name="Rectangle 4"/>
          <p:cNvSpPr/>
          <p:nvPr/>
        </p:nvSpPr>
        <p:spPr>
          <a:xfrm flipV="1">
            <a:off x="0" y="5011738"/>
            <a:ext cx="9144000" cy="34925"/>
          </a:xfrm>
          <a:prstGeom prst="rect">
            <a:avLst/>
          </a:prstGeom>
          <a:solidFill>
            <a:schemeClr val="bg1"/>
          </a:solidFill>
          <a:ln w="9525">
            <a:noFill/>
          </a:ln>
        </p:spPr>
        <p:txBody>
          <a:bodyPr rot="10800000" wrap="none" lIns="91291" tIns="45646" rIns="91291" bIns="45646" anchor="ctr" anchorCtr="0"/>
          <a:p>
            <a:pPr lvl="0" algn="ctr" eaLnBrk="1" hangingPunct="1">
              <a:buNone/>
            </a:pPr>
            <a:endParaRPr lang="" altLang="en-US" sz="2400" dirty="0">
              <a:solidFill>
                <a:srgbClr val="000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5125" name="Text Box 5"/>
          <p:cNvSpPr txBox="1">
            <a:spLocks noChangeArrowheads="1"/>
          </p:cNvSpPr>
          <p:nvPr/>
        </p:nvSpPr>
        <p:spPr bwMode="auto">
          <a:xfrm rot="5400000">
            <a:off x="-1135062" y="1898650"/>
            <a:ext cx="23050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22" tIns="38858" rIns="77722" bIns="38858">
            <a:spAutoFit/>
          </a:bodyP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777875"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rPr>
              <a:t>01000100010010001001010000</a:t>
            </a:r>
            <a:endPar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endParaRPr>
          </a:p>
        </p:txBody>
      </p:sp>
      <p:sp>
        <p:nvSpPr>
          <p:cNvPr id="5126" name="Rectangle 6"/>
          <p:cNvSpPr>
            <a:spLocks noChangeArrowheads="1"/>
          </p:cNvSpPr>
          <p:nvPr/>
        </p:nvSpPr>
        <p:spPr bwMode="auto">
          <a:xfrm>
            <a:off x="344488" y="4035425"/>
            <a:ext cx="287338" cy="282575"/>
          </a:xfrm>
          <a:prstGeom prst="rect">
            <a:avLst/>
          </a:prstGeom>
          <a:gradFill rotWithShape="0">
            <a:gsLst>
              <a:gs pos="0">
                <a:srgbClr val="797915"/>
              </a:gs>
              <a:gs pos="100000">
                <a:srgbClr val="FFFF2D"/>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7" name="Rectangle 7"/>
          <p:cNvSpPr>
            <a:spLocks noChangeArrowheads="1"/>
          </p:cNvSpPr>
          <p:nvPr/>
        </p:nvSpPr>
        <p:spPr bwMode="auto">
          <a:xfrm>
            <a:off x="333375" y="3776663"/>
            <a:ext cx="192088" cy="187325"/>
          </a:xfrm>
          <a:prstGeom prst="rect">
            <a:avLst/>
          </a:prstGeom>
          <a:gradFill rotWithShape="0">
            <a:gsLst>
              <a:gs pos="0">
                <a:srgbClr val="FF3300"/>
              </a:gs>
              <a:gs pos="100000">
                <a:srgbClr val="FF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28" name="Rectangle 8"/>
          <p:cNvSpPr>
            <a:spLocks noChangeArrowheads="1"/>
          </p:cNvSpPr>
          <p:nvPr/>
        </p:nvSpPr>
        <p:spPr bwMode="auto">
          <a:xfrm>
            <a:off x="0" y="4256088"/>
            <a:ext cx="447675" cy="393700"/>
          </a:xfrm>
          <a:prstGeom prst="rect">
            <a:avLst/>
          </a:prstGeom>
          <a:gradFill rotWithShape="0">
            <a:gsLst>
              <a:gs pos="0">
                <a:srgbClr val="000076"/>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5129" name="Picture 21"/>
          <p:cNvPicPr>
            <a:picLocks noChangeAspect="1"/>
          </p:cNvPicPr>
          <p:nvPr/>
        </p:nvPicPr>
        <p:blipFill>
          <a:blip r:embed="rId13"/>
          <a:stretch>
            <a:fillRect/>
          </a:stretch>
        </p:blipFill>
        <p:spPr>
          <a:xfrm>
            <a:off x="0" y="0"/>
            <a:ext cx="2233613" cy="384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ransition>
    <p:fade/>
  </p:transition>
  <p:hf sldNum="0" hdr="0" ftr="0" dt="0"/>
  <p:txStyles>
    <p:titleStyle>
      <a:lvl1pPr algn="ctr" defTabSz="776605" rtl="0" eaLnBrk="0" fontAlgn="base" hangingPunct="0">
        <a:spcBef>
          <a:spcPct val="0"/>
        </a:spcBef>
        <a:spcAft>
          <a:spcPct val="0"/>
        </a:spcAft>
        <a:defRPr sz="3700">
          <a:solidFill>
            <a:schemeClr val="tx2"/>
          </a:solidFill>
          <a:latin typeface="+mj-lt"/>
          <a:ea typeface="+mj-ea"/>
          <a:cs typeface="+mj-cs"/>
        </a:defRPr>
      </a:lvl1pPr>
      <a:lvl2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2pPr>
      <a:lvl3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3pPr>
      <a:lvl4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4pPr>
      <a:lvl5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5pPr>
      <a:lvl6pPr marL="4572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6pPr>
      <a:lvl7pPr marL="9144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7pPr>
      <a:lvl8pPr marL="13716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8pPr>
      <a:lvl9pPr marL="18288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9pPr>
    </p:titleStyle>
    <p:bodyStyle>
      <a:lvl1pPr marL="288925" indent="-288925" algn="l" defTabSz="776605" rtl="0" eaLnBrk="0" fontAlgn="base" hangingPunct="0">
        <a:spcBef>
          <a:spcPct val="20000"/>
        </a:spcBef>
        <a:spcAft>
          <a:spcPct val="0"/>
        </a:spcAft>
        <a:buChar char="•"/>
        <a:defRPr sz="2700">
          <a:solidFill>
            <a:schemeClr val="tx1"/>
          </a:solidFill>
          <a:latin typeface="+mn-lt"/>
          <a:ea typeface="+mn-ea"/>
          <a:cs typeface="+mn-cs"/>
        </a:defRPr>
      </a:lvl1pPr>
      <a:lvl2pPr marL="630555" indent="-241300" algn="l" defTabSz="776605" rtl="0" eaLnBrk="0" fontAlgn="base" hangingPunct="0">
        <a:spcBef>
          <a:spcPct val="20000"/>
        </a:spcBef>
        <a:spcAft>
          <a:spcPct val="0"/>
        </a:spcAft>
        <a:buChar char="–"/>
        <a:defRPr sz="2400">
          <a:solidFill>
            <a:schemeClr val="tx1"/>
          </a:solidFill>
          <a:latin typeface="+mn-lt"/>
          <a:ea typeface="+mn-ea"/>
        </a:defRPr>
      </a:lvl2pPr>
      <a:lvl3pPr marL="971550" indent="-192405" algn="l" defTabSz="776605" rtl="0" eaLnBrk="0" fontAlgn="base" hangingPunct="0">
        <a:spcBef>
          <a:spcPct val="20000"/>
        </a:spcBef>
        <a:spcAft>
          <a:spcPct val="0"/>
        </a:spcAft>
        <a:buChar char="•"/>
        <a:defRPr sz="2000">
          <a:solidFill>
            <a:schemeClr val="tx1"/>
          </a:solidFill>
          <a:latin typeface="+mn-lt"/>
          <a:ea typeface="+mn-ea"/>
        </a:defRPr>
      </a:lvl3pPr>
      <a:lvl4pPr marL="1360805" indent="-192405" algn="l" defTabSz="776605" rtl="0" eaLnBrk="0" fontAlgn="base" hangingPunct="0">
        <a:spcBef>
          <a:spcPct val="20000"/>
        </a:spcBef>
        <a:spcAft>
          <a:spcPct val="0"/>
        </a:spcAft>
        <a:buChar char="–"/>
        <a:defRPr sz="1700">
          <a:solidFill>
            <a:schemeClr val="tx1"/>
          </a:solidFill>
          <a:latin typeface="+mn-lt"/>
          <a:ea typeface="+mn-ea"/>
        </a:defRPr>
      </a:lvl4pPr>
      <a:lvl5pPr marL="1749425" indent="-190500" algn="l" defTabSz="776605" rtl="0" eaLnBrk="0" fontAlgn="base" hangingPunct="0">
        <a:spcBef>
          <a:spcPct val="20000"/>
        </a:spcBef>
        <a:spcAft>
          <a:spcPct val="0"/>
        </a:spcAft>
        <a:buChar char="»"/>
        <a:defRPr sz="1700">
          <a:solidFill>
            <a:schemeClr val="tx1"/>
          </a:solidFill>
          <a:latin typeface="+mn-lt"/>
          <a:ea typeface="+mn-ea"/>
        </a:defRPr>
      </a:lvl5pPr>
      <a:lvl6pPr marL="2206625" indent="-190500" algn="l" defTabSz="775970" rtl="0" eaLnBrk="0" fontAlgn="base" hangingPunct="0">
        <a:spcBef>
          <a:spcPct val="20000"/>
        </a:spcBef>
        <a:spcAft>
          <a:spcPct val="0"/>
        </a:spcAft>
        <a:buChar char="»"/>
        <a:defRPr sz="1700">
          <a:solidFill>
            <a:schemeClr val="tx1"/>
          </a:solidFill>
          <a:latin typeface="+mn-lt"/>
          <a:ea typeface="+mn-ea"/>
        </a:defRPr>
      </a:lvl6pPr>
      <a:lvl7pPr marL="2663825" indent="-190500" algn="l" defTabSz="775970" rtl="0" eaLnBrk="0" fontAlgn="base" hangingPunct="0">
        <a:spcBef>
          <a:spcPct val="20000"/>
        </a:spcBef>
        <a:spcAft>
          <a:spcPct val="0"/>
        </a:spcAft>
        <a:buChar char="»"/>
        <a:defRPr sz="1700">
          <a:solidFill>
            <a:schemeClr val="tx1"/>
          </a:solidFill>
          <a:latin typeface="+mn-lt"/>
          <a:ea typeface="+mn-ea"/>
        </a:defRPr>
      </a:lvl7pPr>
      <a:lvl8pPr marL="3121025" indent="-190500" algn="l" defTabSz="775970" rtl="0" eaLnBrk="0" fontAlgn="base" hangingPunct="0">
        <a:spcBef>
          <a:spcPct val="20000"/>
        </a:spcBef>
        <a:spcAft>
          <a:spcPct val="0"/>
        </a:spcAft>
        <a:buChar char="»"/>
        <a:defRPr sz="1700">
          <a:solidFill>
            <a:schemeClr val="tx1"/>
          </a:solidFill>
          <a:latin typeface="+mn-lt"/>
          <a:ea typeface="+mn-ea"/>
        </a:defRPr>
      </a:lvl8pPr>
      <a:lvl9pPr marL="3578225" indent="-190500" algn="l" defTabSz="775970" rtl="0" eaLnBrk="0" fontAlgn="base" hangingPunct="0">
        <a:spcBef>
          <a:spcPct val="20000"/>
        </a:spcBef>
        <a:spcAft>
          <a:spcPct val="0"/>
        </a:spcAft>
        <a:buChar char="»"/>
        <a:defRPr sz="1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FF"/>
            </a:gs>
            <a:gs pos="100000">
              <a:srgbClr val="000076"/>
            </a:gs>
          </a:gsLst>
          <a:lin ang="5400000" scaled="1"/>
          <a:tileRect/>
        </a:gradFill>
        <a:effectLst/>
      </p:bgPr>
    </p:bg>
    <p:spTree>
      <p:nvGrpSpPr>
        <p:cNvPr id="1" name=""/>
        <p:cNvGrpSpPr/>
        <p:nvPr/>
      </p:nvGrpSpPr>
      <p:grpSpPr/>
      <p:pic>
        <p:nvPicPr>
          <p:cNvPr id="6146" name="Picture 2" descr="345"/>
          <p:cNvPicPr>
            <a:picLocks noChangeAspect="1"/>
          </p:cNvPicPr>
          <p:nvPr/>
        </p:nvPicPr>
        <p:blipFill>
          <a:blip r:embed="rId12">
            <a:lum bright="14001" contrast="20000"/>
          </a:blip>
          <a:stretch>
            <a:fillRect/>
          </a:stretch>
        </p:blipFill>
        <p:spPr>
          <a:xfrm>
            <a:off x="1897063" y="114300"/>
            <a:ext cx="7246937" cy="155575"/>
          </a:xfrm>
          <a:prstGeom prst="rect">
            <a:avLst/>
          </a:prstGeom>
          <a:noFill/>
          <a:ln w="9525">
            <a:noFill/>
          </a:ln>
        </p:spPr>
      </p:pic>
      <p:sp>
        <p:nvSpPr>
          <p:cNvPr id="10243" name="Rectangle 3"/>
          <p:cNvSpPr>
            <a:spLocks noChangeArrowheads="1"/>
          </p:cNvSpPr>
          <p:nvPr/>
        </p:nvSpPr>
        <p:spPr bwMode="auto">
          <a:xfrm>
            <a:off x="0" y="4946650"/>
            <a:ext cx="9144000" cy="196850"/>
          </a:xfrm>
          <a:prstGeom prst="rect">
            <a:avLst/>
          </a:prstGeom>
          <a:solidFill>
            <a:srgbClr val="000099"/>
          </a:solidFill>
          <a:ln w="9525">
            <a:noFill/>
            <a:miter lim="800000"/>
          </a:ln>
        </p:spPr>
        <p:txBody>
          <a:bodyPr wrap="none" lIns="91291" tIns="45646" rIns="91291" bIns="45646"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6148" name="Rectangle 4"/>
          <p:cNvSpPr/>
          <p:nvPr/>
        </p:nvSpPr>
        <p:spPr>
          <a:xfrm flipV="1">
            <a:off x="0" y="5011738"/>
            <a:ext cx="9144000" cy="34925"/>
          </a:xfrm>
          <a:prstGeom prst="rect">
            <a:avLst/>
          </a:prstGeom>
          <a:solidFill>
            <a:schemeClr val="bg1"/>
          </a:solidFill>
          <a:ln w="9525">
            <a:noFill/>
          </a:ln>
        </p:spPr>
        <p:txBody>
          <a:bodyPr rot="10800000" wrap="none" lIns="91291" tIns="45646" rIns="91291" bIns="45646" anchor="ctr" anchorCtr="0"/>
          <a:p>
            <a:pPr lvl="0" algn="ctr" eaLnBrk="1" hangingPunct="1">
              <a:buNone/>
            </a:pPr>
            <a:endParaRPr lang="" altLang="en-US" sz="2400" dirty="0">
              <a:solidFill>
                <a:srgbClr val="000000"/>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sp>
        <p:nvSpPr>
          <p:cNvPr id="6149" name="Text Box 5"/>
          <p:cNvSpPr txBox="1">
            <a:spLocks noChangeArrowheads="1"/>
          </p:cNvSpPr>
          <p:nvPr/>
        </p:nvSpPr>
        <p:spPr bwMode="auto">
          <a:xfrm rot="5400000">
            <a:off x="-1135062" y="1898650"/>
            <a:ext cx="23050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7722" tIns="38858" rIns="77722" bIns="38858">
            <a:spAutoFit/>
          </a:bodyP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777875"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rPr>
              <a:t>01000100010010001001010000</a:t>
            </a:r>
            <a:endParaRPr kumimoji="0" lang="en-US" altLang="zh-CN" sz="20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endParaRPr>
          </a:p>
        </p:txBody>
      </p:sp>
      <p:sp>
        <p:nvSpPr>
          <p:cNvPr id="6150" name="Rectangle 6"/>
          <p:cNvSpPr>
            <a:spLocks noChangeArrowheads="1"/>
          </p:cNvSpPr>
          <p:nvPr/>
        </p:nvSpPr>
        <p:spPr bwMode="auto">
          <a:xfrm>
            <a:off x="344488" y="4035425"/>
            <a:ext cx="287338" cy="282575"/>
          </a:xfrm>
          <a:prstGeom prst="rect">
            <a:avLst/>
          </a:prstGeom>
          <a:gradFill rotWithShape="0">
            <a:gsLst>
              <a:gs pos="0">
                <a:srgbClr val="797915"/>
              </a:gs>
              <a:gs pos="100000">
                <a:srgbClr val="FFFF2D"/>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1" name="Rectangle 7"/>
          <p:cNvSpPr>
            <a:spLocks noChangeArrowheads="1"/>
          </p:cNvSpPr>
          <p:nvPr/>
        </p:nvSpPr>
        <p:spPr bwMode="auto">
          <a:xfrm>
            <a:off x="333375" y="3776663"/>
            <a:ext cx="192088" cy="187325"/>
          </a:xfrm>
          <a:prstGeom prst="rect">
            <a:avLst/>
          </a:prstGeom>
          <a:gradFill rotWithShape="0">
            <a:gsLst>
              <a:gs pos="0">
                <a:srgbClr val="FF3300"/>
              </a:gs>
              <a:gs pos="100000">
                <a:srgbClr val="FF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52" name="Rectangle 8"/>
          <p:cNvSpPr>
            <a:spLocks noChangeArrowheads="1"/>
          </p:cNvSpPr>
          <p:nvPr/>
        </p:nvSpPr>
        <p:spPr bwMode="auto">
          <a:xfrm>
            <a:off x="0" y="4256088"/>
            <a:ext cx="447675" cy="393700"/>
          </a:xfrm>
          <a:prstGeom prst="rect">
            <a:avLst/>
          </a:prstGeom>
          <a:gradFill rotWithShape="0">
            <a:gsLst>
              <a:gs pos="0">
                <a:srgbClr val="000076"/>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7722" tIns="38858" rIns="77722" bIns="38858" anchor="ctr"/>
          <a:lstStyle>
            <a:lvl1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7787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7787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7787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6153" name="Picture 21"/>
          <p:cNvPicPr>
            <a:picLocks noChangeAspect="1"/>
          </p:cNvPicPr>
          <p:nvPr/>
        </p:nvPicPr>
        <p:blipFill>
          <a:blip r:embed="rId13"/>
          <a:stretch>
            <a:fillRect/>
          </a:stretch>
        </p:blipFill>
        <p:spPr>
          <a:xfrm>
            <a:off x="0" y="0"/>
            <a:ext cx="2233613" cy="384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ransition>
    <p:fade/>
  </p:transition>
  <p:hf sldNum="0" hdr="0" ftr="0" dt="0"/>
  <p:txStyles>
    <p:titleStyle>
      <a:lvl1pPr algn="ctr" defTabSz="776605" rtl="0" eaLnBrk="0" fontAlgn="base" hangingPunct="0">
        <a:spcBef>
          <a:spcPct val="0"/>
        </a:spcBef>
        <a:spcAft>
          <a:spcPct val="0"/>
        </a:spcAft>
        <a:defRPr sz="3700">
          <a:solidFill>
            <a:schemeClr val="tx2"/>
          </a:solidFill>
          <a:latin typeface="+mj-lt"/>
          <a:ea typeface="+mj-ea"/>
          <a:cs typeface="+mj-cs"/>
        </a:defRPr>
      </a:lvl1pPr>
      <a:lvl2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2pPr>
      <a:lvl3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3pPr>
      <a:lvl4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4pPr>
      <a:lvl5pPr algn="ctr" defTabSz="776605"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5pPr>
      <a:lvl6pPr marL="4572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6pPr>
      <a:lvl7pPr marL="9144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7pPr>
      <a:lvl8pPr marL="13716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8pPr>
      <a:lvl9pPr marL="1828800" algn="ctr" defTabSz="775970" rtl="0" eaLnBrk="0" fontAlgn="base" hangingPunct="0">
        <a:spcBef>
          <a:spcPct val="0"/>
        </a:spcBef>
        <a:spcAft>
          <a:spcPct val="0"/>
        </a:spcAft>
        <a:defRPr sz="3700">
          <a:solidFill>
            <a:schemeClr val="tx2"/>
          </a:solidFill>
          <a:latin typeface="Times New Roman" panose="02020603050405020304" pitchFamily="18" charset="0"/>
          <a:ea typeface="宋体" panose="02010600030101010101" pitchFamily="2" charset="-122"/>
        </a:defRPr>
      </a:lvl9pPr>
    </p:titleStyle>
    <p:bodyStyle>
      <a:lvl1pPr marL="288925" indent="-288925" algn="l" defTabSz="776605" rtl="0" eaLnBrk="0" fontAlgn="base" hangingPunct="0">
        <a:spcBef>
          <a:spcPct val="20000"/>
        </a:spcBef>
        <a:spcAft>
          <a:spcPct val="0"/>
        </a:spcAft>
        <a:buChar char="•"/>
        <a:defRPr sz="2700">
          <a:solidFill>
            <a:schemeClr val="tx1"/>
          </a:solidFill>
          <a:latin typeface="+mn-lt"/>
          <a:ea typeface="+mn-ea"/>
          <a:cs typeface="+mn-cs"/>
        </a:defRPr>
      </a:lvl1pPr>
      <a:lvl2pPr marL="630555" indent="-241300" algn="l" defTabSz="776605" rtl="0" eaLnBrk="0" fontAlgn="base" hangingPunct="0">
        <a:spcBef>
          <a:spcPct val="20000"/>
        </a:spcBef>
        <a:spcAft>
          <a:spcPct val="0"/>
        </a:spcAft>
        <a:buChar char="–"/>
        <a:defRPr sz="2400">
          <a:solidFill>
            <a:schemeClr val="tx1"/>
          </a:solidFill>
          <a:latin typeface="+mn-lt"/>
          <a:ea typeface="+mn-ea"/>
        </a:defRPr>
      </a:lvl2pPr>
      <a:lvl3pPr marL="971550" indent="-192405" algn="l" defTabSz="776605" rtl="0" eaLnBrk="0" fontAlgn="base" hangingPunct="0">
        <a:spcBef>
          <a:spcPct val="20000"/>
        </a:spcBef>
        <a:spcAft>
          <a:spcPct val="0"/>
        </a:spcAft>
        <a:buChar char="•"/>
        <a:defRPr sz="2000">
          <a:solidFill>
            <a:schemeClr val="tx1"/>
          </a:solidFill>
          <a:latin typeface="+mn-lt"/>
          <a:ea typeface="+mn-ea"/>
        </a:defRPr>
      </a:lvl3pPr>
      <a:lvl4pPr marL="1360805" indent="-192405" algn="l" defTabSz="776605" rtl="0" eaLnBrk="0" fontAlgn="base" hangingPunct="0">
        <a:spcBef>
          <a:spcPct val="20000"/>
        </a:spcBef>
        <a:spcAft>
          <a:spcPct val="0"/>
        </a:spcAft>
        <a:buChar char="–"/>
        <a:defRPr sz="1700">
          <a:solidFill>
            <a:schemeClr val="tx1"/>
          </a:solidFill>
          <a:latin typeface="+mn-lt"/>
          <a:ea typeface="+mn-ea"/>
        </a:defRPr>
      </a:lvl4pPr>
      <a:lvl5pPr marL="1749425" indent="-190500" algn="l" defTabSz="776605" rtl="0" eaLnBrk="0" fontAlgn="base" hangingPunct="0">
        <a:spcBef>
          <a:spcPct val="20000"/>
        </a:spcBef>
        <a:spcAft>
          <a:spcPct val="0"/>
        </a:spcAft>
        <a:buChar char="»"/>
        <a:defRPr sz="1700">
          <a:solidFill>
            <a:schemeClr val="tx1"/>
          </a:solidFill>
          <a:latin typeface="+mn-lt"/>
          <a:ea typeface="+mn-ea"/>
        </a:defRPr>
      </a:lvl5pPr>
      <a:lvl6pPr marL="2206625" indent="-190500" algn="l" defTabSz="775970" rtl="0" eaLnBrk="0" fontAlgn="base" hangingPunct="0">
        <a:spcBef>
          <a:spcPct val="20000"/>
        </a:spcBef>
        <a:spcAft>
          <a:spcPct val="0"/>
        </a:spcAft>
        <a:buChar char="»"/>
        <a:defRPr sz="1700">
          <a:solidFill>
            <a:schemeClr val="tx1"/>
          </a:solidFill>
          <a:latin typeface="+mn-lt"/>
          <a:ea typeface="+mn-ea"/>
        </a:defRPr>
      </a:lvl6pPr>
      <a:lvl7pPr marL="2663825" indent="-190500" algn="l" defTabSz="775970" rtl="0" eaLnBrk="0" fontAlgn="base" hangingPunct="0">
        <a:spcBef>
          <a:spcPct val="20000"/>
        </a:spcBef>
        <a:spcAft>
          <a:spcPct val="0"/>
        </a:spcAft>
        <a:buChar char="»"/>
        <a:defRPr sz="1700">
          <a:solidFill>
            <a:schemeClr val="tx1"/>
          </a:solidFill>
          <a:latin typeface="+mn-lt"/>
          <a:ea typeface="+mn-ea"/>
        </a:defRPr>
      </a:lvl7pPr>
      <a:lvl8pPr marL="3121025" indent="-190500" algn="l" defTabSz="775970" rtl="0" eaLnBrk="0" fontAlgn="base" hangingPunct="0">
        <a:spcBef>
          <a:spcPct val="20000"/>
        </a:spcBef>
        <a:spcAft>
          <a:spcPct val="0"/>
        </a:spcAft>
        <a:buChar char="»"/>
        <a:defRPr sz="1700">
          <a:solidFill>
            <a:schemeClr val="tx1"/>
          </a:solidFill>
          <a:latin typeface="+mn-lt"/>
          <a:ea typeface="+mn-ea"/>
        </a:defRPr>
      </a:lvl8pPr>
      <a:lvl9pPr marL="3578225" indent="-190500" algn="l" defTabSz="775970" rtl="0" eaLnBrk="0" fontAlgn="base" hangingPunct="0">
        <a:spcBef>
          <a:spcPct val="20000"/>
        </a:spcBef>
        <a:spcAft>
          <a:spcPct val="0"/>
        </a:spcAft>
        <a:buChar char="»"/>
        <a:defRPr sz="1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7170" name="Picture 12" descr="bg3-LINE"/>
          <p:cNvPicPr>
            <a:picLocks noChangeAspect="1"/>
          </p:cNvPicPr>
          <p:nvPr/>
        </p:nvPicPr>
        <p:blipFill>
          <a:blip r:embed="rId12"/>
          <a:stretch>
            <a:fillRect/>
          </a:stretch>
        </p:blipFill>
        <p:spPr>
          <a:xfrm>
            <a:off x="0" y="0"/>
            <a:ext cx="9142413" cy="5141913"/>
          </a:xfrm>
          <a:prstGeom prst="rect">
            <a:avLst/>
          </a:prstGeom>
          <a:noFill/>
          <a:ln w="9525">
            <a:noFill/>
          </a:ln>
        </p:spPr>
      </p:pic>
      <p:sp>
        <p:nvSpPr>
          <p:cNvPr id="7171" name="Rectangle 3"/>
          <p:cNvSpPr>
            <a:spLocks noGrp="1"/>
          </p:cNvSpPr>
          <p:nvPr>
            <p:ph type="title"/>
          </p:nvPr>
        </p:nvSpPr>
        <p:spPr>
          <a:xfrm>
            <a:off x="0" y="87313"/>
            <a:ext cx="8675688" cy="487362"/>
          </a:xfrm>
          <a:prstGeom prst="rect">
            <a:avLst/>
          </a:prstGeom>
          <a:noFill/>
          <a:ln w="9525">
            <a:noFill/>
          </a:ln>
        </p:spPr>
        <p:txBody>
          <a:bodyPr lIns="91375" tIns="45688" rIns="91375" bIns="45688" anchor="ctr" anchorCtr="0"/>
          <a:p>
            <a:pPr lvl="0"/>
            <a:r>
              <a:rPr lang="zh-CN" altLang="en-US" dirty="0"/>
              <a:t>标题文本样式：黑体</a:t>
            </a:r>
            <a:r>
              <a:rPr lang="en-US" altLang="zh-CN" dirty="0"/>
              <a:t>/26</a:t>
            </a:r>
            <a:r>
              <a:rPr lang="zh-CN" altLang="en-US" dirty="0"/>
              <a:t>号  </a:t>
            </a:r>
            <a:r>
              <a:rPr lang="en-US" altLang="zh-CN" dirty="0"/>
              <a:t>Arial/26pt</a:t>
            </a:r>
            <a:endParaRPr lang="en-US" altLang="zh-CN" dirty="0"/>
          </a:p>
        </p:txBody>
      </p:sp>
      <p:sp>
        <p:nvSpPr>
          <p:cNvPr id="7172" name="Rectangle 4"/>
          <p:cNvSpPr>
            <a:spLocks noGrp="1"/>
          </p:cNvSpPr>
          <p:nvPr>
            <p:ph type="body"/>
          </p:nvPr>
        </p:nvSpPr>
        <p:spPr>
          <a:xfrm>
            <a:off x="468313" y="898525"/>
            <a:ext cx="8207375" cy="2000250"/>
          </a:xfrm>
          <a:prstGeom prst="rect">
            <a:avLst/>
          </a:prstGeom>
          <a:noFill/>
          <a:ln w="9525">
            <a:noFill/>
          </a:ln>
        </p:spPr>
        <p:txBody>
          <a:bodyPr lIns="91375" tIns="45688" rIns="91375" bIns="45688">
            <a:spAutoFit/>
          </a:bodyPr>
          <a:p>
            <a:pPr lvl="0"/>
            <a:r>
              <a:rPr lang="zh-CN" altLang="en-US" dirty="0"/>
              <a:t>第一级内容文本样式：黑体</a:t>
            </a:r>
            <a:r>
              <a:rPr lang="en-US" altLang="zh-CN" dirty="0"/>
              <a:t>/20</a:t>
            </a:r>
            <a:r>
              <a:rPr lang="zh-CN" altLang="en-US" dirty="0"/>
              <a:t>号  </a:t>
            </a:r>
            <a:r>
              <a:rPr lang="en-US" altLang="zh-CN" dirty="0"/>
              <a:t>Arial/20pt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1269" name="Rectangle 15"/>
          <p:cNvSpPr>
            <a:spLocks noChangeArrowheads="1"/>
          </p:cNvSpPr>
          <p:nvPr/>
        </p:nvSpPr>
        <p:spPr bwMode="auto">
          <a:xfrm>
            <a:off x="0" y="2000250"/>
            <a:ext cx="1492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837" tIns="36918" rIns="73837" bIns="36918" anchor="ctr">
            <a:spAutoFit/>
          </a:bodyPr>
          <a:lstStyle>
            <a:lvl1pPr eaLnBrk="0" hangingPunct="0">
              <a:defRPr>
                <a:solidFill>
                  <a:schemeClr val="accent1"/>
                </a:solidFill>
                <a:latin typeface="黑体" panose="02010609060101010101" pitchFamily="49" charset="-122"/>
                <a:ea typeface="微软雅黑" panose="020B0503020204020204" pitchFamily="34" charset="-122"/>
              </a:defRPr>
            </a:lvl1pPr>
            <a:lvl2pPr eaLnBrk="0" hangingPunct="0">
              <a:defRPr>
                <a:solidFill>
                  <a:schemeClr val="accent1"/>
                </a:solidFill>
                <a:latin typeface="黑体" panose="02010609060101010101" pitchFamily="49" charset="-122"/>
                <a:ea typeface="微软雅黑" panose="020B0503020204020204" pitchFamily="34" charset="-122"/>
              </a:defRPr>
            </a:lvl2pPr>
            <a:lvl3pPr eaLnBrk="0" hangingPunct="0">
              <a:defRPr>
                <a:solidFill>
                  <a:schemeClr val="accent1"/>
                </a:solidFill>
                <a:latin typeface="黑体" panose="02010609060101010101" pitchFamily="49" charset="-122"/>
                <a:ea typeface="微软雅黑" panose="020B0503020204020204" pitchFamily="34" charset="-122"/>
              </a:defRPr>
            </a:lvl3pPr>
            <a:lvl4pPr eaLnBrk="0" hangingPunct="0">
              <a:defRPr>
                <a:solidFill>
                  <a:schemeClr val="accent1"/>
                </a:solidFill>
                <a:latin typeface="黑体" panose="02010609060101010101" pitchFamily="49" charset="-122"/>
                <a:ea typeface="微软雅黑" panose="020B0503020204020204" pitchFamily="34" charset="-122"/>
              </a:defRPr>
            </a:lvl4pPr>
            <a:lvl5pPr eaLnBrk="0" hangingPunct="0">
              <a:defRPr>
                <a:solidFill>
                  <a:schemeClr val="accent1"/>
                </a:solidFill>
                <a:latin typeface="黑体" panose="02010609060101010101" pitchFamily="49" charset="-122"/>
                <a:ea typeface="微软雅黑" panose="020B0503020204020204" pitchFamily="34" charset="-122"/>
              </a:defRPr>
            </a:lvl5pPr>
            <a:lvl6pPr marL="19227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914400" rtl="0" eaLnBrk="0" fontAlgn="base" latinLnBrk="0" hangingPunct="0">
              <a:lnSpc>
                <a:spcPct val="125000"/>
              </a:lnSpc>
              <a:spcBef>
                <a:spcPct val="30000"/>
              </a:spcBef>
              <a:spcAft>
                <a:spcPct val="0"/>
              </a:spcAft>
              <a:buClrTx/>
              <a:buSzTx/>
              <a:buFont typeface="Arial" panose="020B0604020202020204" pitchFamily="34" charset="0"/>
              <a:buNone/>
              <a:defRPr/>
            </a:pPr>
            <a:endParaRPr kumimoji="0" lang="zh-CN" altLang="en-US" sz="19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7174" name="Group 19"/>
          <p:cNvGrpSpPr/>
          <p:nvPr/>
        </p:nvGrpSpPr>
        <p:grpSpPr>
          <a:xfrm>
            <a:off x="377825" y="4678363"/>
            <a:ext cx="1901825" cy="322262"/>
            <a:chOff x="0" y="0"/>
            <a:chExt cx="1604" cy="300"/>
          </a:xfrm>
        </p:grpSpPr>
        <p:graphicFrame>
          <p:nvGraphicFramePr>
            <p:cNvPr id="7175" name="Object 14"/>
            <p:cNvGraphicFramePr>
              <a:graphicFrameLocks noChangeAspect="1"/>
            </p:cNvGraphicFramePr>
            <p:nvPr/>
          </p:nvGraphicFramePr>
          <p:xfrm>
            <a:off x="0" y="0"/>
            <a:ext cx="363" cy="210"/>
          </p:xfrm>
          <a:graphic>
            <a:graphicData uri="http://schemas.openxmlformats.org/presentationml/2006/ole">
              <mc:AlternateContent xmlns:mc="http://schemas.openxmlformats.org/markup-compatibility/2006">
                <mc:Choice xmlns:v="urn:schemas-microsoft-com:vml" Requires="v">
                  <p:oleObj spid="_x0000_s3076" name="" r:id="rId13" imgW="1637030" imgH="728345" progId="Word.Picture.8">
                    <p:embed/>
                  </p:oleObj>
                </mc:Choice>
                <mc:Fallback>
                  <p:oleObj name="" r:id="rId13" imgW="1637030" imgH="728345" progId="Word.Picture.8">
                    <p:embed/>
                    <p:pic>
                      <p:nvPicPr>
                        <p:cNvPr id="0" name="图片 3075"/>
                        <p:cNvPicPr/>
                        <p:nvPr/>
                      </p:nvPicPr>
                      <p:blipFill>
                        <a:blip r:embed="rId14"/>
                        <a:stretch>
                          <a:fillRect/>
                        </a:stretch>
                      </p:blipFill>
                      <p:spPr>
                        <a:xfrm>
                          <a:off x="0" y="0"/>
                          <a:ext cx="363" cy="210"/>
                        </a:xfrm>
                        <a:prstGeom prst="rect">
                          <a:avLst/>
                        </a:prstGeom>
                        <a:noFill/>
                        <a:ln w="38100">
                          <a:noFill/>
                          <a:miter/>
                        </a:ln>
                      </p:spPr>
                    </p:pic>
                  </p:oleObj>
                </mc:Fallback>
              </mc:AlternateContent>
            </a:graphicData>
          </a:graphic>
        </p:graphicFrame>
        <p:sp>
          <p:nvSpPr>
            <p:cNvPr id="11272" name="Text Box 18"/>
            <p:cNvSpPr txBox="1">
              <a:spLocks noChangeArrowheads="1"/>
            </p:cNvSpPr>
            <p:nvPr/>
          </p:nvSpPr>
          <p:spPr bwMode="auto">
            <a:xfrm>
              <a:off x="150" y="72"/>
              <a:ext cx="145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5" rIns="91430" bIns="45715">
              <a:spAutoFit/>
            </a:bodyPr>
            <a:lstStyle>
              <a:lvl1pPr eaLnBrk="0" hangingPunct="0">
                <a:defRPr>
                  <a:solidFill>
                    <a:schemeClr val="accent1"/>
                  </a:solidFill>
                  <a:latin typeface="黑体" panose="02010609060101010101" pitchFamily="49" charset="-122"/>
                  <a:ea typeface="微软雅黑" panose="020B0503020204020204" pitchFamily="34" charset="-122"/>
                </a:defRPr>
              </a:lvl1pPr>
              <a:lvl2pPr eaLnBrk="0" hangingPunct="0">
                <a:defRPr>
                  <a:solidFill>
                    <a:schemeClr val="accent1"/>
                  </a:solidFill>
                  <a:latin typeface="黑体" panose="02010609060101010101" pitchFamily="49" charset="-122"/>
                  <a:ea typeface="微软雅黑" panose="020B0503020204020204" pitchFamily="34" charset="-122"/>
                </a:defRPr>
              </a:lvl2pPr>
              <a:lvl3pPr eaLnBrk="0" hangingPunct="0">
                <a:defRPr>
                  <a:solidFill>
                    <a:schemeClr val="accent1"/>
                  </a:solidFill>
                  <a:latin typeface="黑体" panose="02010609060101010101" pitchFamily="49" charset="-122"/>
                  <a:ea typeface="微软雅黑" panose="020B0503020204020204" pitchFamily="34" charset="-122"/>
                </a:defRPr>
              </a:lvl3pPr>
              <a:lvl4pPr eaLnBrk="0" hangingPunct="0">
                <a:defRPr>
                  <a:solidFill>
                    <a:schemeClr val="accent1"/>
                  </a:solidFill>
                  <a:latin typeface="黑体" panose="02010609060101010101" pitchFamily="49" charset="-122"/>
                  <a:ea typeface="微软雅黑" panose="020B0503020204020204" pitchFamily="34" charset="-122"/>
                </a:defRPr>
              </a:lvl4pPr>
              <a:lvl5pPr eaLnBrk="0" hangingPunct="0">
                <a:defRPr>
                  <a:solidFill>
                    <a:schemeClr val="accent1"/>
                  </a:solidFill>
                  <a:latin typeface="黑体" panose="02010609060101010101" pitchFamily="49" charset="-122"/>
                  <a:ea typeface="微软雅黑" panose="020B0503020204020204" pitchFamily="34" charset="-122"/>
                </a:defRPr>
              </a:lvl5pPr>
              <a:lvl6pPr marL="19227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000" b="1" i="0" u="none" strike="noStrike" kern="1200" cap="none" spc="0" normalizeH="0" baseline="0" noProof="0">
                  <a:ln>
                    <a:noFill/>
                  </a:ln>
                  <a:solidFill>
                    <a:srgbClr val="43A1FF"/>
                  </a:solidFill>
                  <a:effectLst/>
                  <a:uLnTx/>
                  <a:uFillTx/>
                  <a:latin typeface="Arial" panose="020B0604020202020204" pitchFamily="34" charset="0"/>
                  <a:ea typeface="微软雅黑" panose="020B0503020204020204" pitchFamily="34" charset="-122"/>
                  <a:cs typeface="+mn-cs"/>
                </a:rPr>
                <a:t>武汉华中数控股份有限公司</a:t>
              </a:r>
              <a:endParaRPr kumimoji="0" lang="zh-CN" altLang="en-US" sz="1000" b="1" i="0" u="none" strike="noStrike" kern="1200" cap="none" spc="0" normalizeH="0" baseline="0" noProof="0">
                <a:ln>
                  <a:noFill/>
                </a:ln>
                <a:solidFill>
                  <a:srgbClr val="43A1FF"/>
                </a:solidFill>
                <a:effectLst/>
                <a:uLnTx/>
                <a:uFillTx/>
                <a:latin typeface="Arial" panose="020B0604020202020204" pitchFamily="34" charset="0"/>
                <a:ea typeface="微软雅黑" panose="020B0503020204020204" pitchFamily="34" charset="-122"/>
                <a:cs typeface="+mn-cs"/>
              </a:endParaRPr>
            </a:p>
          </p:txBody>
        </p:sp>
      </p:grpSp>
    </p:spTree>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transition/>
  <p:hf sldNum="0" hdr="0" ftr="0" dt="0"/>
  <p:txStyles>
    <p:titleStyle>
      <a:lvl1pPr marL="358775" indent="-358775" algn="l" rtl="0" eaLnBrk="0" fontAlgn="base" hangingPunct="0">
        <a:spcBef>
          <a:spcPct val="0"/>
        </a:spcBef>
        <a:spcAft>
          <a:spcPct val="0"/>
        </a:spcAft>
        <a:defRPr sz="2800" b="1">
          <a:solidFill>
            <a:schemeClr val="bg1"/>
          </a:solidFill>
          <a:latin typeface="+mj-lt"/>
          <a:ea typeface="+mj-ea"/>
          <a:cs typeface="+mj-cs"/>
        </a:defRPr>
      </a:lvl1pPr>
      <a:lvl2pPr marL="3587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2pPr>
      <a:lvl3pPr marL="3587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3pPr>
      <a:lvl4pPr marL="3587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4pPr>
      <a:lvl5pPr marL="3587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5pPr>
      <a:lvl6pPr marL="8159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6pPr>
      <a:lvl7pPr marL="12731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7pPr>
      <a:lvl8pPr marL="17303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8pPr>
      <a:lvl9pPr marL="2187575" indent="-358775"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9pPr>
    </p:titleStyle>
    <p:bodyStyle>
      <a:lvl1pPr marL="177800" indent="-17780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2400" b="1">
          <a:solidFill>
            <a:schemeClr val="tx1"/>
          </a:solidFill>
          <a:latin typeface="+mn-lt"/>
          <a:ea typeface="+mn-ea"/>
          <a:cs typeface="+mn-cs"/>
        </a:defRPr>
      </a:lvl1pPr>
      <a:lvl2pPr marL="538480" indent="-17780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2000">
          <a:solidFill>
            <a:schemeClr val="tx1"/>
          </a:solidFill>
          <a:latin typeface="+mn-lt"/>
          <a:ea typeface="+mn-ea"/>
        </a:defRPr>
      </a:lvl2pPr>
      <a:lvl3pPr marL="892175" indent="-17145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2400">
          <a:solidFill>
            <a:schemeClr val="tx1"/>
          </a:solidFill>
          <a:latin typeface="+mn-lt"/>
          <a:ea typeface="+mn-ea"/>
        </a:defRPr>
      </a:lvl3pPr>
      <a:lvl4pPr marL="1254125" indent="-17970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600">
          <a:solidFill>
            <a:schemeClr val="tx1"/>
          </a:solidFill>
          <a:latin typeface="+mn-lt"/>
          <a:ea typeface="+mn-ea"/>
        </a:defRPr>
      </a:lvl4pPr>
      <a:lvl5pPr marL="1616075" indent="-18097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5pPr>
      <a:lvl6pPr marL="2073275" indent="-18097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6pPr>
      <a:lvl7pPr marL="2530475" indent="-18097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7pPr>
      <a:lvl8pPr marL="2987675" indent="-18097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8pPr>
      <a:lvl9pPr marL="3444875" indent="-18097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FF"/>
            </a:gs>
            <a:gs pos="100000">
              <a:srgbClr val="000076"/>
            </a:gs>
          </a:gsLst>
          <a:lin ang="5400000" scaled="1"/>
          <a:tileRect/>
        </a:gradFill>
        <a:effectLst/>
      </p:bgPr>
    </p:bg>
    <p:spTree>
      <p:nvGrpSpPr>
        <p:cNvPr id="1" name=""/>
        <p:cNvGrpSpPr/>
        <p:nvPr/>
      </p:nvGrpSpPr>
      <p:grpSpPr/>
      <p:pic>
        <p:nvPicPr>
          <p:cNvPr id="8194" name="Picture 2" descr="345"/>
          <p:cNvPicPr>
            <a:picLocks noChangeAspect="1"/>
          </p:cNvPicPr>
          <p:nvPr/>
        </p:nvPicPr>
        <p:blipFill>
          <a:blip r:embed="rId12">
            <a:lum bright="14001" contrast="20000"/>
          </a:blip>
          <a:stretch>
            <a:fillRect/>
          </a:stretch>
        </p:blipFill>
        <p:spPr>
          <a:xfrm>
            <a:off x="0" y="125413"/>
            <a:ext cx="9144000" cy="130175"/>
          </a:xfrm>
          <a:prstGeom prst="rect">
            <a:avLst/>
          </a:prstGeom>
          <a:noFill/>
          <a:ln w="9525">
            <a:noFill/>
          </a:ln>
        </p:spPr>
      </p:pic>
      <p:sp>
        <p:nvSpPr>
          <p:cNvPr id="12291" name="Rectangle 4"/>
          <p:cNvSpPr>
            <a:spLocks noChangeArrowheads="1"/>
          </p:cNvSpPr>
          <p:nvPr/>
        </p:nvSpPr>
        <p:spPr bwMode="auto">
          <a:xfrm>
            <a:off x="0" y="4946650"/>
            <a:ext cx="9144000" cy="196850"/>
          </a:xfrm>
          <a:prstGeom prst="rect">
            <a:avLst/>
          </a:prstGeom>
          <a:solidFill>
            <a:srgbClr val="000099"/>
          </a:solidFill>
          <a:ln w="9525">
            <a:noFill/>
            <a:miter lim="800000"/>
          </a:ln>
        </p:spPr>
        <p:txBody>
          <a:bodyPr wrap="none" lIns="83777" tIns="41891" rIns="83777" bIns="41891" anchor="ctr"/>
          <a:lstStyle/>
          <a:p>
            <a:pPr marL="0" marR="0" lvl="0" indent="0" algn="l" defTabSz="836295" rtl="0" eaLnBrk="1" fontAlgn="base" latinLnBrk="0" hangingPunct="1">
              <a:lnSpc>
                <a:spcPct val="145000"/>
              </a:lnSpc>
              <a:spcBef>
                <a:spcPct val="20000"/>
              </a:spcBef>
              <a:spcAft>
                <a:spcPct val="0"/>
              </a:spcAft>
              <a:buClr>
                <a:srgbClr val="FF0000"/>
              </a:buClr>
              <a:buSzTx/>
              <a:buFont typeface="Wingdings" panose="05000000000000000000" pitchFamily="2" charset="2"/>
              <a:buNone/>
              <a:defRPr/>
            </a:pPr>
            <a:endParaRPr kumimoji="0" lang="zh-CN" altLang="en-US" sz="2200" b="1" i="0" u="none" strike="noStrike" kern="120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endParaRPr>
          </a:p>
        </p:txBody>
      </p:sp>
      <p:sp>
        <p:nvSpPr>
          <p:cNvPr id="8196" name="Rectangle 5"/>
          <p:cNvSpPr/>
          <p:nvPr/>
        </p:nvSpPr>
        <p:spPr>
          <a:xfrm flipV="1">
            <a:off x="0" y="5011738"/>
            <a:ext cx="9144000" cy="34925"/>
          </a:xfrm>
          <a:prstGeom prst="rect">
            <a:avLst/>
          </a:prstGeom>
          <a:solidFill>
            <a:schemeClr val="bg1"/>
          </a:solidFill>
          <a:ln w="9525">
            <a:noFill/>
          </a:ln>
        </p:spPr>
        <p:txBody>
          <a:bodyPr rot="10800000" wrap="none" lIns="83777" tIns="41891" rIns="83777" bIns="41891" anchor="ctr" anchorCtr="0"/>
          <a:p>
            <a:pPr lvl="0" defTabSz="836930" eaLnBrk="1" hangingPunct="1">
              <a:lnSpc>
                <a:spcPct val="145000"/>
              </a:lnSpc>
              <a:spcBef>
                <a:spcPct val="20000"/>
              </a:spcBef>
              <a:buClr>
                <a:srgbClr val="FF0000"/>
              </a:buClr>
              <a:buFont typeface="Wingdings" panose="05000000000000000000" pitchFamily="2" charset="2"/>
              <a:buNone/>
            </a:pPr>
            <a:endParaRPr lang="" altLang="en-US" sz="2200" b="1" dirty="0">
              <a:solidFill>
                <a:srgbClr val="FFFFFF"/>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8197" name="Text Box 9"/>
          <p:cNvSpPr txBox="1">
            <a:spLocks noChangeArrowheads="1"/>
          </p:cNvSpPr>
          <p:nvPr/>
        </p:nvSpPr>
        <p:spPr bwMode="auto">
          <a:xfrm rot="5400000">
            <a:off x="-1035050" y="1858963"/>
            <a:ext cx="21653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201" tIns="36598" rIns="73201" bIns="36598">
            <a:spAutoFit/>
          </a:bodyP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733425"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rPr>
              <a:t>01000100010010001001010000</a:t>
            </a:r>
            <a:endParaRPr kumimoji="0" lang="en-US" altLang="zh-CN" sz="18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endParaRPr>
          </a:p>
        </p:txBody>
      </p:sp>
      <p:sp>
        <p:nvSpPr>
          <p:cNvPr id="8198" name="Rectangle 10"/>
          <p:cNvSpPr>
            <a:spLocks noChangeArrowheads="1"/>
          </p:cNvSpPr>
          <p:nvPr/>
        </p:nvSpPr>
        <p:spPr bwMode="auto">
          <a:xfrm>
            <a:off x="0" y="3878263"/>
            <a:ext cx="287338" cy="285750"/>
          </a:xfrm>
          <a:prstGeom prst="rect">
            <a:avLst/>
          </a:prstGeom>
          <a:gradFill rotWithShape="0">
            <a:gsLst>
              <a:gs pos="0">
                <a:srgbClr val="797915"/>
              </a:gs>
              <a:gs pos="100000">
                <a:srgbClr val="FFFF2D"/>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3201" tIns="36598" rIns="73201" bIns="36598" anchor="ct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3342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8199" name="Rectangle 11"/>
          <p:cNvSpPr>
            <a:spLocks noChangeArrowheads="1"/>
          </p:cNvSpPr>
          <p:nvPr/>
        </p:nvSpPr>
        <p:spPr bwMode="auto">
          <a:xfrm>
            <a:off x="296863" y="3611563"/>
            <a:ext cx="192088" cy="187325"/>
          </a:xfrm>
          <a:prstGeom prst="rect">
            <a:avLst/>
          </a:prstGeom>
          <a:gradFill rotWithShape="0">
            <a:gsLst>
              <a:gs pos="0">
                <a:srgbClr val="FF3300"/>
              </a:gs>
              <a:gs pos="100000">
                <a:srgbClr val="FF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3201" tIns="36598" rIns="73201" bIns="36598" anchor="ct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3342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8200" name="Rectangle 12"/>
          <p:cNvSpPr>
            <a:spLocks noChangeArrowheads="1"/>
          </p:cNvSpPr>
          <p:nvPr/>
        </p:nvSpPr>
        <p:spPr bwMode="auto">
          <a:xfrm>
            <a:off x="0" y="4256088"/>
            <a:ext cx="449263" cy="395288"/>
          </a:xfrm>
          <a:prstGeom prst="rect">
            <a:avLst/>
          </a:prstGeom>
          <a:gradFill rotWithShape="0">
            <a:gsLst>
              <a:gs pos="0">
                <a:srgbClr val="000076"/>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3201" tIns="36598" rIns="73201" bIns="36598" anchor="ct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3342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8201" name="Picture 21"/>
          <p:cNvPicPr>
            <a:picLocks noChangeAspect="1"/>
          </p:cNvPicPr>
          <p:nvPr/>
        </p:nvPicPr>
        <p:blipFill>
          <a:blip r:embed="rId13"/>
          <a:stretch>
            <a:fillRect/>
          </a:stretch>
        </p:blipFill>
        <p:spPr>
          <a:xfrm>
            <a:off x="0" y="0"/>
            <a:ext cx="1646238" cy="3952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ransition>
    <p:fade/>
  </p:transition>
  <p:hf sldNum="0" hdr="0" ftr="0" dt="0"/>
  <p:txStyles>
    <p:titleStyle>
      <a:lvl1pPr algn="ctr" defTabSz="732155" rtl="0" eaLnBrk="0" fontAlgn="base" hangingPunct="0">
        <a:spcBef>
          <a:spcPct val="0"/>
        </a:spcBef>
        <a:spcAft>
          <a:spcPct val="0"/>
        </a:spcAft>
        <a:defRPr sz="3500">
          <a:solidFill>
            <a:schemeClr val="tx2"/>
          </a:solidFill>
          <a:latin typeface="+mj-lt"/>
          <a:ea typeface="+mj-ea"/>
          <a:cs typeface="+mj-cs"/>
        </a:defRPr>
      </a:lvl1pPr>
      <a:lvl2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2pPr>
      <a:lvl3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3pPr>
      <a:lvl4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4pPr>
      <a:lvl5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5pPr>
      <a:lvl6pPr marL="4572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6pPr>
      <a:lvl7pPr marL="9144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7pPr>
      <a:lvl8pPr marL="13716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8pPr>
      <a:lvl9pPr marL="18288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9pPr>
    </p:titleStyle>
    <p:bodyStyle>
      <a:lvl1pPr marL="273050" indent="-273050" algn="l" defTabSz="732155" rtl="0" eaLnBrk="0" fontAlgn="base" hangingPunct="0">
        <a:spcBef>
          <a:spcPct val="20000"/>
        </a:spcBef>
        <a:spcAft>
          <a:spcPct val="0"/>
        </a:spcAft>
        <a:buChar char="•"/>
        <a:defRPr sz="2700">
          <a:solidFill>
            <a:schemeClr val="tx1"/>
          </a:solidFill>
          <a:latin typeface="+mn-lt"/>
          <a:ea typeface="+mn-ea"/>
          <a:cs typeface="+mn-cs"/>
        </a:defRPr>
      </a:lvl1pPr>
      <a:lvl2pPr marL="593725" indent="-228600" algn="l" defTabSz="732155" rtl="0" eaLnBrk="0" fontAlgn="base" hangingPunct="0">
        <a:spcBef>
          <a:spcPct val="20000"/>
        </a:spcBef>
        <a:spcAft>
          <a:spcPct val="0"/>
        </a:spcAft>
        <a:buChar char="–"/>
        <a:defRPr sz="2200">
          <a:solidFill>
            <a:schemeClr val="tx1"/>
          </a:solidFill>
          <a:latin typeface="+mn-lt"/>
          <a:ea typeface="+mn-ea"/>
        </a:defRPr>
      </a:lvl2pPr>
      <a:lvl3pPr marL="916305" indent="-182880" algn="l" defTabSz="732155" rtl="0" eaLnBrk="0" fontAlgn="base" hangingPunct="0">
        <a:spcBef>
          <a:spcPct val="20000"/>
        </a:spcBef>
        <a:spcAft>
          <a:spcPct val="0"/>
        </a:spcAft>
        <a:buChar char="•"/>
        <a:defRPr sz="2400">
          <a:solidFill>
            <a:schemeClr val="tx1"/>
          </a:solidFill>
          <a:latin typeface="+mn-lt"/>
          <a:ea typeface="+mn-ea"/>
        </a:defRPr>
      </a:lvl3pPr>
      <a:lvl4pPr marL="1282700" indent="-182880" algn="l" defTabSz="732155" rtl="0" eaLnBrk="0" fontAlgn="base" hangingPunct="0">
        <a:spcBef>
          <a:spcPct val="20000"/>
        </a:spcBef>
        <a:spcAft>
          <a:spcPct val="0"/>
        </a:spcAft>
        <a:buChar char="–"/>
        <a:defRPr sz="1500">
          <a:solidFill>
            <a:schemeClr val="tx1"/>
          </a:solidFill>
          <a:latin typeface="+mn-lt"/>
          <a:ea typeface="+mn-ea"/>
        </a:defRPr>
      </a:lvl4pPr>
      <a:lvl5pPr marL="1643380" indent="-180975" algn="l" defTabSz="732155" rtl="0" eaLnBrk="0" fontAlgn="base" hangingPunct="0">
        <a:spcBef>
          <a:spcPct val="20000"/>
        </a:spcBef>
        <a:spcAft>
          <a:spcPct val="0"/>
        </a:spcAft>
        <a:buChar char="»"/>
        <a:defRPr sz="1500">
          <a:solidFill>
            <a:schemeClr val="tx1"/>
          </a:solidFill>
          <a:latin typeface="+mn-lt"/>
          <a:ea typeface="+mn-ea"/>
        </a:defRPr>
      </a:lvl5pPr>
      <a:lvl6pPr marL="2100580" indent="-180975" algn="l" defTabSz="731520" rtl="0" eaLnBrk="0" fontAlgn="base" hangingPunct="0">
        <a:spcBef>
          <a:spcPct val="20000"/>
        </a:spcBef>
        <a:spcAft>
          <a:spcPct val="0"/>
        </a:spcAft>
        <a:buChar char="»"/>
        <a:defRPr sz="1500">
          <a:solidFill>
            <a:schemeClr val="tx1"/>
          </a:solidFill>
          <a:latin typeface="+mn-lt"/>
          <a:ea typeface="+mn-ea"/>
        </a:defRPr>
      </a:lvl6pPr>
      <a:lvl7pPr marL="2557780" indent="-180975" algn="l" defTabSz="731520" rtl="0" eaLnBrk="0" fontAlgn="base" hangingPunct="0">
        <a:spcBef>
          <a:spcPct val="20000"/>
        </a:spcBef>
        <a:spcAft>
          <a:spcPct val="0"/>
        </a:spcAft>
        <a:buChar char="»"/>
        <a:defRPr sz="1500">
          <a:solidFill>
            <a:schemeClr val="tx1"/>
          </a:solidFill>
          <a:latin typeface="+mn-lt"/>
          <a:ea typeface="+mn-ea"/>
        </a:defRPr>
      </a:lvl7pPr>
      <a:lvl8pPr marL="3014980" indent="-180975" algn="l" defTabSz="731520" rtl="0" eaLnBrk="0" fontAlgn="base" hangingPunct="0">
        <a:spcBef>
          <a:spcPct val="20000"/>
        </a:spcBef>
        <a:spcAft>
          <a:spcPct val="0"/>
        </a:spcAft>
        <a:buChar char="»"/>
        <a:defRPr sz="1500">
          <a:solidFill>
            <a:schemeClr val="tx1"/>
          </a:solidFill>
          <a:latin typeface="+mn-lt"/>
          <a:ea typeface="+mn-ea"/>
        </a:defRPr>
      </a:lvl8pPr>
      <a:lvl9pPr marL="3472180" indent="-180975" algn="l" defTabSz="731520" rtl="0" eaLnBrk="0" fontAlgn="base" hangingPunct="0">
        <a:spcBef>
          <a:spcPct val="20000"/>
        </a:spcBef>
        <a:spcAft>
          <a:spcPct val="0"/>
        </a:spcAft>
        <a:buChar char="»"/>
        <a:defRPr sz="15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9218" name="Picture 12" descr="bg3-LINE"/>
          <p:cNvPicPr>
            <a:picLocks noChangeAspect="1"/>
          </p:cNvPicPr>
          <p:nvPr/>
        </p:nvPicPr>
        <p:blipFill>
          <a:blip r:embed="rId12"/>
          <a:stretch>
            <a:fillRect/>
          </a:stretch>
        </p:blipFill>
        <p:spPr>
          <a:xfrm>
            <a:off x="0" y="0"/>
            <a:ext cx="9142413" cy="5141913"/>
          </a:xfrm>
          <a:prstGeom prst="rect">
            <a:avLst/>
          </a:prstGeom>
          <a:noFill/>
          <a:ln w="9525">
            <a:noFill/>
          </a:ln>
        </p:spPr>
      </p:pic>
      <p:sp>
        <p:nvSpPr>
          <p:cNvPr id="9219" name="Rectangle 3"/>
          <p:cNvSpPr>
            <a:spLocks noGrp="1"/>
          </p:cNvSpPr>
          <p:nvPr>
            <p:ph type="title"/>
          </p:nvPr>
        </p:nvSpPr>
        <p:spPr>
          <a:xfrm>
            <a:off x="0" y="87313"/>
            <a:ext cx="8675688" cy="487362"/>
          </a:xfrm>
          <a:prstGeom prst="rect">
            <a:avLst/>
          </a:prstGeom>
          <a:noFill/>
          <a:ln w="9525">
            <a:noFill/>
          </a:ln>
        </p:spPr>
        <p:txBody>
          <a:bodyPr lIns="91431" tIns="45716" rIns="91431" bIns="45716" anchor="ctr" anchorCtr="0"/>
          <a:p>
            <a:pPr lvl="0"/>
            <a:r>
              <a:rPr lang="zh-CN" altLang="en-US" dirty="0"/>
              <a:t>标题文本样式：黑体</a:t>
            </a:r>
            <a:r>
              <a:rPr lang="en-US" altLang="zh-CN" dirty="0"/>
              <a:t>/26</a:t>
            </a:r>
            <a:r>
              <a:rPr lang="zh-CN" altLang="en-US" dirty="0"/>
              <a:t>号  </a:t>
            </a:r>
            <a:r>
              <a:rPr lang="en-US" altLang="zh-CN" dirty="0"/>
              <a:t>Arial/26pt</a:t>
            </a:r>
            <a:endParaRPr lang="en-US" altLang="zh-CN" dirty="0"/>
          </a:p>
        </p:txBody>
      </p:sp>
      <p:sp>
        <p:nvSpPr>
          <p:cNvPr id="9220" name="Rectangle 4"/>
          <p:cNvSpPr>
            <a:spLocks noGrp="1"/>
          </p:cNvSpPr>
          <p:nvPr>
            <p:ph type="body"/>
          </p:nvPr>
        </p:nvSpPr>
        <p:spPr>
          <a:xfrm>
            <a:off x="468313" y="898525"/>
            <a:ext cx="8207375" cy="2000250"/>
          </a:xfrm>
          <a:prstGeom prst="rect">
            <a:avLst/>
          </a:prstGeom>
          <a:noFill/>
          <a:ln w="9525">
            <a:noFill/>
          </a:ln>
        </p:spPr>
        <p:txBody>
          <a:bodyPr lIns="91431" tIns="45716" rIns="91431" bIns="45716">
            <a:spAutoFit/>
          </a:bodyPr>
          <a:p>
            <a:pPr lvl="0"/>
            <a:r>
              <a:rPr lang="zh-CN" altLang="en-US" dirty="0"/>
              <a:t>第一级内容文本样式：黑体</a:t>
            </a:r>
            <a:r>
              <a:rPr lang="en-US" altLang="zh-CN" dirty="0"/>
              <a:t>/20</a:t>
            </a:r>
            <a:r>
              <a:rPr lang="zh-CN" altLang="en-US" dirty="0"/>
              <a:t>号  </a:t>
            </a:r>
            <a:r>
              <a:rPr lang="en-US" altLang="zh-CN" dirty="0"/>
              <a:t>Arial/20pt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3317" name="Rectangle 15"/>
          <p:cNvSpPr>
            <a:spLocks noChangeArrowheads="1"/>
          </p:cNvSpPr>
          <p:nvPr/>
        </p:nvSpPr>
        <p:spPr bwMode="auto">
          <a:xfrm>
            <a:off x="0" y="2000250"/>
            <a:ext cx="1492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884" tIns="36942" rIns="73884" bIns="36942" anchor="ctr">
            <a:spAutoFit/>
          </a:bodyPr>
          <a:lstStyle>
            <a:lvl1pPr eaLnBrk="0" hangingPunct="0">
              <a:defRPr>
                <a:solidFill>
                  <a:schemeClr val="accent1"/>
                </a:solidFill>
                <a:latin typeface="黑体" panose="02010609060101010101" pitchFamily="49" charset="-122"/>
                <a:ea typeface="微软雅黑" panose="020B0503020204020204" pitchFamily="34" charset="-122"/>
              </a:defRPr>
            </a:lvl1pPr>
            <a:lvl2pPr eaLnBrk="0" hangingPunct="0">
              <a:defRPr>
                <a:solidFill>
                  <a:schemeClr val="accent1"/>
                </a:solidFill>
                <a:latin typeface="黑体" panose="02010609060101010101" pitchFamily="49" charset="-122"/>
                <a:ea typeface="微软雅黑" panose="020B0503020204020204" pitchFamily="34" charset="-122"/>
              </a:defRPr>
            </a:lvl2pPr>
            <a:lvl3pPr eaLnBrk="0" hangingPunct="0">
              <a:defRPr>
                <a:solidFill>
                  <a:schemeClr val="accent1"/>
                </a:solidFill>
                <a:latin typeface="黑体" panose="02010609060101010101" pitchFamily="49" charset="-122"/>
                <a:ea typeface="微软雅黑" panose="020B0503020204020204" pitchFamily="34" charset="-122"/>
              </a:defRPr>
            </a:lvl3pPr>
            <a:lvl4pPr eaLnBrk="0" hangingPunct="0">
              <a:defRPr>
                <a:solidFill>
                  <a:schemeClr val="accent1"/>
                </a:solidFill>
                <a:latin typeface="黑体" panose="02010609060101010101" pitchFamily="49" charset="-122"/>
                <a:ea typeface="微软雅黑" panose="020B0503020204020204" pitchFamily="34" charset="-122"/>
              </a:defRPr>
            </a:lvl4pPr>
            <a:lvl5pPr eaLnBrk="0" hangingPunct="0">
              <a:defRPr>
                <a:solidFill>
                  <a:schemeClr val="accent1"/>
                </a:solidFill>
                <a:latin typeface="黑体" panose="02010609060101010101" pitchFamily="49" charset="-122"/>
                <a:ea typeface="微软雅黑" panose="020B0503020204020204" pitchFamily="34" charset="-122"/>
              </a:defRPr>
            </a:lvl5pPr>
            <a:lvl6pPr marL="19227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914400" rtl="0" eaLnBrk="0" fontAlgn="base" latinLnBrk="0" hangingPunct="0">
              <a:lnSpc>
                <a:spcPct val="125000"/>
              </a:lnSpc>
              <a:spcBef>
                <a:spcPct val="30000"/>
              </a:spcBef>
              <a:spcAft>
                <a:spcPct val="0"/>
              </a:spcAft>
              <a:buClrTx/>
              <a:buSzTx/>
              <a:buFont typeface="Arial" panose="020B0604020202020204" pitchFamily="34" charset="0"/>
              <a:buNone/>
              <a:defRPr/>
            </a:pPr>
            <a:endParaRPr kumimoji="0" lang="zh-CN" altLang="en-US" sz="19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9222" name="Group 19"/>
          <p:cNvGrpSpPr/>
          <p:nvPr/>
        </p:nvGrpSpPr>
        <p:grpSpPr>
          <a:xfrm>
            <a:off x="376238" y="4678363"/>
            <a:ext cx="1901825" cy="322262"/>
            <a:chOff x="0" y="0"/>
            <a:chExt cx="1604" cy="300"/>
          </a:xfrm>
        </p:grpSpPr>
        <p:graphicFrame>
          <p:nvGraphicFramePr>
            <p:cNvPr id="9223" name="Object 14"/>
            <p:cNvGraphicFramePr>
              <a:graphicFrameLocks noChangeAspect="1"/>
            </p:cNvGraphicFramePr>
            <p:nvPr/>
          </p:nvGraphicFramePr>
          <p:xfrm>
            <a:off x="0" y="0"/>
            <a:ext cx="363" cy="210"/>
          </p:xfrm>
          <a:graphic>
            <a:graphicData uri="http://schemas.openxmlformats.org/presentationml/2006/ole">
              <mc:AlternateContent xmlns:mc="http://schemas.openxmlformats.org/markup-compatibility/2006">
                <mc:Choice xmlns:v="urn:schemas-microsoft-com:vml" Requires="v">
                  <p:oleObj spid="_x0000_s3077" name="" r:id="rId13" imgW="1637030" imgH="728345" progId="Word.Picture.8">
                    <p:embed/>
                  </p:oleObj>
                </mc:Choice>
                <mc:Fallback>
                  <p:oleObj name="" r:id="rId13" imgW="1637030" imgH="728345" progId="Word.Picture.8">
                    <p:embed/>
                    <p:pic>
                      <p:nvPicPr>
                        <p:cNvPr id="0" name="图片 3076"/>
                        <p:cNvPicPr/>
                        <p:nvPr/>
                      </p:nvPicPr>
                      <p:blipFill>
                        <a:blip r:embed="rId14"/>
                        <a:stretch>
                          <a:fillRect/>
                        </a:stretch>
                      </p:blipFill>
                      <p:spPr>
                        <a:xfrm>
                          <a:off x="0" y="0"/>
                          <a:ext cx="363" cy="210"/>
                        </a:xfrm>
                        <a:prstGeom prst="rect">
                          <a:avLst/>
                        </a:prstGeom>
                        <a:noFill/>
                        <a:ln w="38100">
                          <a:noFill/>
                          <a:miter/>
                        </a:ln>
                      </p:spPr>
                    </p:pic>
                  </p:oleObj>
                </mc:Fallback>
              </mc:AlternateContent>
            </a:graphicData>
          </a:graphic>
        </p:graphicFrame>
        <p:sp>
          <p:nvSpPr>
            <p:cNvPr id="13320" name="Text Box 18"/>
            <p:cNvSpPr txBox="1">
              <a:spLocks noChangeArrowheads="1"/>
            </p:cNvSpPr>
            <p:nvPr/>
          </p:nvSpPr>
          <p:spPr bwMode="auto">
            <a:xfrm>
              <a:off x="150" y="72"/>
              <a:ext cx="145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accent1"/>
                  </a:solidFill>
                  <a:latin typeface="黑体" panose="02010609060101010101" pitchFamily="49" charset="-122"/>
                  <a:ea typeface="微软雅黑" panose="020B0503020204020204" pitchFamily="34" charset="-122"/>
                </a:defRPr>
              </a:lvl1pPr>
              <a:lvl2pPr eaLnBrk="0" hangingPunct="0">
                <a:defRPr>
                  <a:solidFill>
                    <a:schemeClr val="accent1"/>
                  </a:solidFill>
                  <a:latin typeface="黑体" panose="02010609060101010101" pitchFamily="49" charset="-122"/>
                  <a:ea typeface="微软雅黑" panose="020B0503020204020204" pitchFamily="34" charset="-122"/>
                </a:defRPr>
              </a:lvl2pPr>
              <a:lvl3pPr eaLnBrk="0" hangingPunct="0">
                <a:defRPr>
                  <a:solidFill>
                    <a:schemeClr val="accent1"/>
                  </a:solidFill>
                  <a:latin typeface="黑体" panose="02010609060101010101" pitchFamily="49" charset="-122"/>
                  <a:ea typeface="微软雅黑" panose="020B0503020204020204" pitchFamily="34" charset="-122"/>
                </a:defRPr>
              </a:lvl3pPr>
              <a:lvl4pPr eaLnBrk="0" hangingPunct="0">
                <a:defRPr>
                  <a:solidFill>
                    <a:schemeClr val="accent1"/>
                  </a:solidFill>
                  <a:latin typeface="黑体" panose="02010609060101010101" pitchFamily="49" charset="-122"/>
                  <a:ea typeface="微软雅黑" panose="020B0503020204020204" pitchFamily="34" charset="-122"/>
                </a:defRPr>
              </a:lvl4pPr>
              <a:lvl5pPr eaLnBrk="0" hangingPunct="0">
                <a:defRPr>
                  <a:solidFill>
                    <a:schemeClr val="accent1"/>
                  </a:solidFill>
                  <a:latin typeface="黑体" panose="02010609060101010101" pitchFamily="49" charset="-122"/>
                  <a:ea typeface="微软雅黑" panose="020B0503020204020204" pitchFamily="34" charset="-122"/>
                </a:defRPr>
              </a:lvl5pPr>
              <a:lvl6pPr marL="19227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000" b="1" i="0" u="none" strike="noStrike" kern="1200" cap="none" spc="0" normalizeH="0" baseline="0" noProof="0">
                  <a:ln>
                    <a:noFill/>
                  </a:ln>
                  <a:solidFill>
                    <a:srgbClr val="43A1FF"/>
                  </a:solidFill>
                  <a:effectLst/>
                  <a:uLnTx/>
                  <a:uFillTx/>
                  <a:latin typeface="Arial" panose="020B0604020202020204" pitchFamily="34" charset="0"/>
                  <a:ea typeface="微软雅黑" panose="020B0503020204020204" pitchFamily="34" charset="-122"/>
                  <a:cs typeface="+mn-cs"/>
                </a:rPr>
                <a:t>武汉华中数控股份有限公司</a:t>
              </a:r>
              <a:endParaRPr kumimoji="0" lang="zh-CN" altLang="en-US" sz="1000" b="1" i="0" u="none" strike="noStrike" kern="1200" cap="none" spc="0" normalizeH="0" baseline="0" noProof="0">
                <a:ln>
                  <a:noFill/>
                </a:ln>
                <a:solidFill>
                  <a:srgbClr val="43A1FF"/>
                </a:solidFill>
                <a:effectLst/>
                <a:uLnTx/>
                <a:uFillTx/>
                <a:latin typeface="Arial" panose="020B0604020202020204" pitchFamily="34" charset="0"/>
                <a:ea typeface="微软雅黑" panose="020B0503020204020204" pitchFamily="34" charset="-122"/>
                <a:cs typeface="+mn-cs"/>
              </a:endParaRPr>
            </a:p>
          </p:txBody>
        </p:sp>
      </p:grpSp>
    </p:spTree>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p:hf sldNum="0" hdr="0" ftr="0" dt="0"/>
  <p:txStyles>
    <p:titleStyle>
      <a:lvl1pPr marL="360680" indent="-360680" algn="l" rtl="0" eaLnBrk="0" fontAlgn="base" hangingPunct="0">
        <a:spcBef>
          <a:spcPct val="0"/>
        </a:spcBef>
        <a:spcAft>
          <a:spcPct val="0"/>
        </a:spcAft>
        <a:defRPr sz="2800" b="1">
          <a:solidFill>
            <a:schemeClr val="bg1"/>
          </a:solidFill>
          <a:latin typeface="+mj-lt"/>
          <a:ea typeface="+mj-ea"/>
          <a:cs typeface="+mj-cs"/>
        </a:defRPr>
      </a:lvl1pPr>
      <a:lvl2pPr marL="3606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2pPr>
      <a:lvl3pPr marL="3606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3pPr>
      <a:lvl4pPr marL="3606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4pPr>
      <a:lvl5pPr marL="3606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5pPr>
      <a:lvl6pPr marL="8178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6pPr>
      <a:lvl7pPr marL="12750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7pPr>
      <a:lvl8pPr marL="17322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8pPr>
      <a:lvl9pPr marL="2189480" indent="-360680" algn="l" rtl="0" eaLnBrk="0" fontAlgn="base" hangingPunct="0">
        <a:spcBef>
          <a:spcPct val="0"/>
        </a:spcBef>
        <a:spcAft>
          <a:spcPct val="0"/>
        </a:spcAft>
        <a:defRPr sz="2800" b="1">
          <a:solidFill>
            <a:schemeClr val="bg1"/>
          </a:solidFill>
          <a:latin typeface="Arial" panose="020B0604020202020204" pitchFamily="34" charset="0"/>
          <a:ea typeface="微软雅黑" panose="020B0503020204020204" pitchFamily="34" charset="-122"/>
        </a:defRPr>
      </a:lvl9pPr>
    </p:titleStyle>
    <p:bodyStyle>
      <a:lvl1pPr marL="179705" indent="-17970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2400" b="1">
          <a:solidFill>
            <a:schemeClr val="tx1"/>
          </a:solidFill>
          <a:latin typeface="+mn-lt"/>
          <a:ea typeface="+mn-ea"/>
          <a:cs typeface="+mn-cs"/>
        </a:defRPr>
      </a:lvl1pPr>
      <a:lvl2pPr marL="539750" indent="-17970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2000">
          <a:solidFill>
            <a:schemeClr val="tx1"/>
          </a:solidFill>
          <a:latin typeface="+mn-lt"/>
          <a:ea typeface="+mn-ea"/>
        </a:defRPr>
      </a:lvl2pPr>
      <a:lvl3pPr marL="894080" indent="-17335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2400">
          <a:solidFill>
            <a:schemeClr val="tx1"/>
          </a:solidFill>
          <a:latin typeface="+mn-lt"/>
          <a:ea typeface="+mn-ea"/>
        </a:defRPr>
      </a:lvl3pPr>
      <a:lvl4pPr marL="1256030" indent="-179705"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600">
          <a:solidFill>
            <a:schemeClr val="tx1"/>
          </a:solidFill>
          <a:latin typeface="+mn-lt"/>
          <a:ea typeface="+mn-ea"/>
        </a:defRPr>
      </a:lvl4pPr>
      <a:lvl5pPr marL="1617980" indent="-18288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5pPr>
      <a:lvl6pPr marL="2075180" indent="-18288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6pPr>
      <a:lvl7pPr marL="2532380" indent="-18288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7pPr>
      <a:lvl8pPr marL="2989580" indent="-18288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8pPr>
      <a:lvl9pPr marL="3446780" indent="-182880" algn="l" rtl="0" eaLnBrk="0" fontAlgn="ctr" hangingPunct="0">
        <a:lnSpc>
          <a:spcPct val="120000"/>
        </a:lnSpc>
        <a:spcBef>
          <a:spcPct val="20000"/>
        </a:spcBef>
        <a:spcAft>
          <a:spcPct val="0"/>
        </a:spcAft>
        <a:buClr>
          <a:schemeClr val="tx1"/>
        </a:buClr>
        <a:buSzPct val="60000"/>
        <a:buFont typeface="Wingdings" panose="05000000000000000000" pitchFamily="2" charset="2"/>
        <a:buChar char="n"/>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42"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0243"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0244" name="Picture 112"/>
          <p:cNvPicPr/>
          <p:nvPr/>
        </p:nvPicPr>
        <p:blipFill>
          <a:blip r:embed="rId13"/>
          <a:stretch>
            <a:fillRect/>
          </a:stretch>
        </p:blipFill>
        <p:spPr>
          <a:xfrm>
            <a:off x="42863" y="74613"/>
            <a:ext cx="806450" cy="488950"/>
          </a:xfrm>
          <a:prstGeom prst="rect">
            <a:avLst/>
          </a:prstGeom>
          <a:noFill/>
          <a:ln w="9525">
            <a:noFill/>
          </a:ln>
        </p:spPr>
      </p:pic>
      <p:pic>
        <p:nvPicPr>
          <p:cNvPr id="10245"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0246"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0247"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14344"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4E470FD-B274-4FA0-A08F-8CE765E9B9E1}"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1266"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1267"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1268" name="Picture 112"/>
          <p:cNvPicPr/>
          <p:nvPr/>
        </p:nvPicPr>
        <p:blipFill>
          <a:blip r:embed="rId13"/>
          <a:stretch>
            <a:fillRect/>
          </a:stretch>
        </p:blipFill>
        <p:spPr>
          <a:xfrm>
            <a:off x="42863" y="74613"/>
            <a:ext cx="806450" cy="488950"/>
          </a:xfrm>
          <a:prstGeom prst="rect">
            <a:avLst/>
          </a:prstGeom>
          <a:noFill/>
          <a:ln w="9525">
            <a:noFill/>
          </a:ln>
        </p:spPr>
      </p:pic>
      <p:pic>
        <p:nvPicPr>
          <p:cNvPr id="11269"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1270"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1271"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15368"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419B-7742-4F3E-8ECE-3F181BBF37E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2290"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2291"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2292" name="Picture 112"/>
          <p:cNvPicPr/>
          <p:nvPr/>
        </p:nvPicPr>
        <p:blipFill>
          <a:blip r:embed="rId13"/>
          <a:stretch>
            <a:fillRect/>
          </a:stretch>
        </p:blipFill>
        <p:spPr>
          <a:xfrm>
            <a:off x="42863" y="74613"/>
            <a:ext cx="806450" cy="488950"/>
          </a:xfrm>
          <a:prstGeom prst="rect">
            <a:avLst/>
          </a:prstGeom>
          <a:noFill/>
          <a:ln w="9525">
            <a:noFill/>
          </a:ln>
        </p:spPr>
      </p:pic>
      <p:pic>
        <p:nvPicPr>
          <p:cNvPr id="12293"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2294"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2295"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16392"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322C5-5E9C-41CF-BD5B-983373DC6285}"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3314"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3315"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3316" name="Picture 112"/>
          <p:cNvPicPr/>
          <p:nvPr/>
        </p:nvPicPr>
        <p:blipFill>
          <a:blip r:embed="rId13"/>
          <a:stretch>
            <a:fillRect/>
          </a:stretch>
        </p:blipFill>
        <p:spPr>
          <a:xfrm>
            <a:off x="42863" y="74613"/>
            <a:ext cx="806450" cy="488950"/>
          </a:xfrm>
          <a:prstGeom prst="rect">
            <a:avLst/>
          </a:prstGeom>
          <a:noFill/>
          <a:ln w="9525">
            <a:noFill/>
          </a:ln>
        </p:spPr>
      </p:pic>
      <p:pic>
        <p:nvPicPr>
          <p:cNvPr id="13317"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3318"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3319"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17416"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812A1751-F155-4A09-8727-35A74A328EA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4338"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4339"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4340" name="Picture 112"/>
          <p:cNvPicPr/>
          <p:nvPr/>
        </p:nvPicPr>
        <p:blipFill>
          <a:blip r:embed="rId13"/>
          <a:stretch>
            <a:fillRect/>
          </a:stretch>
        </p:blipFill>
        <p:spPr>
          <a:xfrm>
            <a:off x="42863" y="74613"/>
            <a:ext cx="806450" cy="488950"/>
          </a:xfrm>
          <a:prstGeom prst="rect">
            <a:avLst/>
          </a:prstGeom>
          <a:noFill/>
          <a:ln w="9525">
            <a:noFill/>
          </a:ln>
        </p:spPr>
      </p:pic>
      <p:pic>
        <p:nvPicPr>
          <p:cNvPr id="14341"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4342"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4343"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18440"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27E9ABE1-58F1-432D-B52F-0F2962DDABC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5362"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5363"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5364" name="Picture 112"/>
          <p:cNvPicPr/>
          <p:nvPr/>
        </p:nvPicPr>
        <p:blipFill>
          <a:blip r:embed="rId13"/>
          <a:stretch>
            <a:fillRect/>
          </a:stretch>
        </p:blipFill>
        <p:spPr>
          <a:xfrm>
            <a:off x="42863" y="74613"/>
            <a:ext cx="806450" cy="488950"/>
          </a:xfrm>
          <a:prstGeom prst="rect">
            <a:avLst/>
          </a:prstGeom>
          <a:noFill/>
          <a:ln w="9525">
            <a:noFill/>
          </a:ln>
        </p:spPr>
      </p:pic>
      <p:pic>
        <p:nvPicPr>
          <p:cNvPr id="15365"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5366"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5367"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19464"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2C3D612-FF56-46F6-897E-09102A8237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6386"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6387"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6388" name="Picture 112"/>
          <p:cNvPicPr/>
          <p:nvPr/>
        </p:nvPicPr>
        <p:blipFill>
          <a:blip r:embed="rId13"/>
          <a:stretch>
            <a:fillRect/>
          </a:stretch>
        </p:blipFill>
        <p:spPr>
          <a:xfrm>
            <a:off x="42863" y="74613"/>
            <a:ext cx="806450" cy="488950"/>
          </a:xfrm>
          <a:prstGeom prst="rect">
            <a:avLst/>
          </a:prstGeom>
          <a:noFill/>
          <a:ln w="9525">
            <a:noFill/>
          </a:ln>
        </p:spPr>
      </p:pic>
      <p:pic>
        <p:nvPicPr>
          <p:cNvPr id="16389"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6390"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6391"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0488"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A266824-0272-4ED9-9CE4-5AC68F6722E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7410"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7411"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7412" name="Picture 112"/>
          <p:cNvPicPr/>
          <p:nvPr/>
        </p:nvPicPr>
        <p:blipFill>
          <a:blip r:embed="rId13"/>
          <a:stretch>
            <a:fillRect/>
          </a:stretch>
        </p:blipFill>
        <p:spPr>
          <a:xfrm>
            <a:off x="42863" y="74613"/>
            <a:ext cx="806450" cy="488950"/>
          </a:xfrm>
          <a:prstGeom prst="rect">
            <a:avLst/>
          </a:prstGeom>
          <a:noFill/>
          <a:ln w="9525">
            <a:noFill/>
          </a:ln>
        </p:spPr>
      </p:pic>
      <p:pic>
        <p:nvPicPr>
          <p:cNvPr id="17413"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7414"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7415"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1512"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8B8AFC8-C11F-4867-AEB2-027C5589A26A}"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8434"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8435"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8436" name="Picture 112"/>
          <p:cNvPicPr/>
          <p:nvPr/>
        </p:nvPicPr>
        <p:blipFill>
          <a:blip r:embed="rId13"/>
          <a:stretch>
            <a:fillRect/>
          </a:stretch>
        </p:blipFill>
        <p:spPr>
          <a:xfrm>
            <a:off x="42863" y="74613"/>
            <a:ext cx="806450" cy="488950"/>
          </a:xfrm>
          <a:prstGeom prst="rect">
            <a:avLst/>
          </a:prstGeom>
          <a:noFill/>
          <a:ln w="9525">
            <a:noFill/>
          </a:ln>
        </p:spPr>
      </p:pic>
      <p:pic>
        <p:nvPicPr>
          <p:cNvPr id="18437"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8438"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8439"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2536"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DCC72DE1-B47C-46F6-8ADB-A8C6E92EBC47}"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9458"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19459"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19460" name="Picture 112"/>
          <p:cNvPicPr/>
          <p:nvPr/>
        </p:nvPicPr>
        <p:blipFill>
          <a:blip r:embed="rId13"/>
          <a:stretch>
            <a:fillRect/>
          </a:stretch>
        </p:blipFill>
        <p:spPr>
          <a:xfrm>
            <a:off x="42863" y="74613"/>
            <a:ext cx="806450" cy="488950"/>
          </a:xfrm>
          <a:prstGeom prst="rect">
            <a:avLst/>
          </a:prstGeom>
          <a:noFill/>
          <a:ln w="9525">
            <a:noFill/>
          </a:ln>
        </p:spPr>
      </p:pic>
      <p:pic>
        <p:nvPicPr>
          <p:cNvPr id="19461"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19462"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19463"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3560"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3CCE8B70-2950-42C3-AC46-246D44EC383C}"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482"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20483"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20484" name="Picture 112"/>
          <p:cNvPicPr/>
          <p:nvPr/>
        </p:nvPicPr>
        <p:blipFill>
          <a:blip r:embed="rId13"/>
          <a:stretch>
            <a:fillRect/>
          </a:stretch>
        </p:blipFill>
        <p:spPr>
          <a:xfrm>
            <a:off x="42863" y="74613"/>
            <a:ext cx="806450" cy="488950"/>
          </a:xfrm>
          <a:prstGeom prst="rect">
            <a:avLst/>
          </a:prstGeom>
          <a:noFill/>
          <a:ln w="9525">
            <a:noFill/>
          </a:ln>
        </p:spPr>
      </p:pic>
      <p:pic>
        <p:nvPicPr>
          <p:cNvPr id="20485"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20486"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20487"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4584"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0C36DA71-5B66-46E4-82DE-C6B35702521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1506"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21507"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21508" name="Picture 112"/>
          <p:cNvPicPr/>
          <p:nvPr/>
        </p:nvPicPr>
        <p:blipFill>
          <a:blip r:embed="rId13"/>
          <a:stretch>
            <a:fillRect/>
          </a:stretch>
        </p:blipFill>
        <p:spPr>
          <a:xfrm>
            <a:off x="42863" y="74613"/>
            <a:ext cx="806450" cy="488950"/>
          </a:xfrm>
          <a:prstGeom prst="rect">
            <a:avLst/>
          </a:prstGeom>
          <a:noFill/>
          <a:ln w="9525">
            <a:noFill/>
          </a:ln>
        </p:spPr>
      </p:pic>
      <p:pic>
        <p:nvPicPr>
          <p:cNvPr id="21509"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21510"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21511"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5608"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553DC-6DD6-4942-958E-2AEBF24FF0A3}"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2530"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22531"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22532" name="Picture 112"/>
          <p:cNvPicPr/>
          <p:nvPr/>
        </p:nvPicPr>
        <p:blipFill>
          <a:blip r:embed="rId13"/>
          <a:stretch>
            <a:fillRect/>
          </a:stretch>
        </p:blipFill>
        <p:spPr>
          <a:xfrm>
            <a:off x="11113" y="4763"/>
            <a:ext cx="968375" cy="612775"/>
          </a:xfrm>
          <a:prstGeom prst="rect">
            <a:avLst/>
          </a:prstGeom>
          <a:noFill/>
          <a:ln w="9525">
            <a:noFill/>
          </a:ln>
        </p:spPr>
      </p:pic>
      <p:pic>
        <p:nvPicPr>
          <p:cNvPr id="22533" name="Picture 11" descr="数控中心"/>
          <p:cNvPicPr/>
          <p:nvPr/>
        </p:nvPicPr>
        <p:blipFill>
          <a:blip r:embed="rId14"/>
          <a:stretch>
            <a:fillRect/>
          </a:stretch>
        </p:blipFill>
        <p:spPr>
          <a:xfrm>
            <a:off x="1022350" y="4763"/>
            <a:ext cx="966788" cy="612775"/>
          </a:xfrm>
          <a:prstGeom prst="rect">
            <a:avLst/>
          </a:prstGeom>
          <a:noFill/>
          <a:ln w="9525">
            <a:noFill/>
          </a:ln>
        </p:spPr>
      </p:pic>
      <p:sp>
        <p:nvSpPr>
          <p:cNvPr id="22534"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22535"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6632" name="Rectangle 4"/>
          <p:cNvSpPr>
            <a:spLocks noGrp="1" noChangeArrowheads="1"/>
          </p:cNvSpPr>
          <p:nvPr>
            <p:ph type="dt" sz="half" idx="2"/>
          </p:nvPr>
        </p:nvSpPr>
        <p:spPr bwMode="auto">
          <a:xfrm>
            <a:off x="457200" y="4684713"/>
            <a:ext cx="2133600" cy="357188"/>
          </a:xfrm>
          <a:prstGeom prst="rect">
            <a:avLst/>
          </a:prstGeom>
          <a:noFill/>
          <a:ln w="9525">
            <a:noFill/>
            <a:miter lim="800000"/>
          </a:ln>
        </p:spPr>
        <p:txBody>
          <a:bodyPr vert="horz" wrap="square" lIns="91358" tIns="45684" rIns="91358" bIns="45684" numCol="1" anchor="t" anchorCtr="0" compatLnSpc="1"/>
          <a:lstStyle>
            <a:lvl1pPr algn="r" eaLnBrk="1" hangingPunct="1">
              <a:buFont typeface="Arial" panose="020B0604020202020204" pitchFamily="34" charset="0"/>
              <a:buNone/>
              <a:defRPr sz="1300">
                <a:solidFill>
                  <a:srgbClr val="000000"/>
                </a:solidFill>
                <a:latin typeface="Arial" panose="020B0604020202020204" pitchFamily="34" charset="0"/>
                <a:ea typeface="黑体" panose="02010609060101010101"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AE677A9-10A2-4738-89AC-A31A8F54ADE0}" type="datetime1">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rPr>
            </a:fld>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26633" name="Rectangle 5"/>
          <p:cNvSpPr>
            <a:spLocks noGrp="1" noChangeArrowheads="1"/>
          </p:cNvSpPr>
          <p:nvPr>
            <p:ph type="ftr" sz="quarter" idx="3"/>
          </p:nvPr>
        </p:nvSpPr>
        <p:spPr bwMode="auto">
          <a:xfrm>
            <a:off x="3124200" y="4684713"/>
            <a:ext cx="2895600" cy="357188"/>
          </a:xfrm>
          <a:prstGeom prst="rect">
            <a:avLst/>
          </a:prstGeom>
          <a:noFill/>
          <a:ln w="9525">
            <a:noFill/>
            <a:miter lim="800000"/>
          </a:ln>
        </p:spPr>
        <p:txBody>
          <a:bodyPr vert="horz" wrap="square" lIns="91358" tIns="45684" rIns="91358" bIns="45684" numCol="1" anchor="t" anchorCtr="0" compatLnSpc="1"/>
          <a:lstStyle>
            <a:lvl1pPr algn="r" eaLnBrk="1" hangingPunct="1">
              <a:buFont typeface="Arial" panose="020B0604020202020204" pitchFamily="34" charset="0"/>
              <a:buNone/>
              <a:defRPr sz="1300">
                <a:solidFill>
                  <a:srgbClr val="000000"/>
                </a:solidFill>
                <a:latin typeface="Arial" panose="020B0604020202020204" pitchFamily="34" charset="0"/>
                <a:ea typeface="黑体" panose="02010609060101010101"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26634" name="Rectangle 6"/>
          <p:cNvSpPr>
            <a:spLocks noGrp="1" noChangeArrowheads="1"/>
          </p:cNvSpPr>
          <p:nvPr>
            <p:ph type="sldNum" sz="quarter" idx="4"/>
          </p:nvPr>
        </p:nvSpPr>
        <p:spPr bwMode="auto">
          <a:xfrm>
            <a:off x="8501063" y="4840288"/>
            <a:ext cx="571500" cy="357188"/>
          </a:xfrm>
          <a:prstGeom prst="rect">
            <a:avLst/>
          </a:prstGeom>
          <a:noFill/>
          <a:ln w="9525">
            <a:noFill/>
            <a:miter lim="800000"/>
          </a:ln>
        </p:spPr>
        <p:txBody>
          <a:bodyPr vert="horz" wrap="square" lIns="91358" tIns="45684" rIns="91358" bIns="45684" numCol="1" anchor="t" anchorCtr="0" compatLnSpc="1"/>
          <a:lstStyle>
            <a:lvl1pPr algn="r" eaLnBrk="1" hangingPunct="1">
              <a:buFont typeface="Arial" panose="020B0604020202020204" pitchFamily="34" charset="0"/>
              <a:buNone/>
              <a:defRPr sz="1300">
                <a:solidFill>
                  <a:srgbClr val="000000"/>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35567C-93F0-4E94-8C4B-C5D68D8DAEE0}" type="slidenum">
              <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transition spd="med" advClick="0"/>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3554" name="Picture 12" descr="bg3-LINE"/>
          <p:cNvPicPr>
            <a:picLocks noChangeAspect="1"/>
          </p:cNvPicPr>
          <p:nvPr/>
        </p:nvPicPr>
        <p:blipFill>
          <a:blip r:embed="rId12"/>
          <a:stretch>
            <a:fillRect/>
          </a:stretch>
        </p:blipFill>
        <p:spPr>
          <a:xfrm>
            <a:off x="1588" y="0"/>
            <a:ext cx="9142412" cy="5141913"/>
          </a:xfrm>
          <a:prstGeom prst="rect">
            <a:avLst/>
          </a:prstGeom>
          <a:noFill/>
          <a:ln w="9525">
            <a:noFill/>
          </a:ln>
        </p:spPr>
      </p:pic>
      <p:sp>
        <p:nvSpPr>
          <p:cNvPr id="23555" name="Rectangle 15"/>
          <p:cNvSpPr>
            <a:spLocks noChangeArrowheads="1"/>
          </p:cNvSpPr>
          <p:nvPr/>
        </p:nvSpPr>
        <p:spPr bwMode="auto">
          <a:xfrm>
            <a:off x="8994775" y="2005013"/>
            <a:ext cx="1492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786" tIns="36892" rIns="73786" bIns="36892" anchor="ctr">
            <a:spAutoFit/>
          </a:bodyPr>
          <a:lstStyle>
            <a:lvl1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91249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91249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r" defTabSz="91249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3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pic>
        <p:nvPicPr>
          <p:cNvPr id="23556" name="Picture 112"/>
          <p:cNvPicPr/>
          <p:nvPr/>
        </p:nvPicPr>
        <p:blipFill>
          <a:blip r:embed="rId13"/>
          <a:stretch>
            <a:fillRect/>
          </a:stretch>
        </p:blipFill>
        <p:spPr>
          <a:xfrm>
            <a:off x="42863" y="74613"/>
            <a:ext cx="806450" cy="488950"/>
          </a:xfrm>
          <a:prstGeom prst="rect">
            <a:avLst/>
          </a:prstGeom>
          <a:noFill/>
          <a:ln w="9525">
            <a:noFill/>
          </a:ln>
        </p:spPr>
      </p:pic>
      <p:pic>
        <p:nvPicPr>
          <p:cNvPr id="23557" name="Picture 239" descr="数控中心"/>
          <p:cNvPicPr/>
          <p:nvPr/>
        </p:nvPicPr>
        <p:blipFill>
          <a:blip r:embed="rId14"/>
          <a:stretch>
            <a:fillRect/>
          </a:stretch>
        </p:blipFill>
        <p:spPr>
          <a:xfrm>
            <a:off x="890588" y="74613"/>
            <a:ext cx="806450" cy="488950"/>
          </a:xfrm>
          <a:prstGeom prst="rect">
            <a:avLst/>
          </a:prstGeom>
          <a:noFill/>
          <a:ln w="9525">
            <a:noFill/>
          </a:ln>
        </p:spPr>
      </p:pic>
      <p:sp>
        <p:nvSpPr>
          <p:cNvPr id="23558" name="Rectangle 4"/>
          <p:cNvSpPr>
            <a:spLocks noGrp="1"/>
          </p:cNvSpPr>
          <p:nvPr>
            <p:ph type="body"/>
          </p:nvPr>
        </p:nvSpPr>
        <p:spPr>
          <a:xfrm>
            <a:off x="468313" y="768350"/>
            <a:ext cx="8405812" cy="1938338"/>
          </a:xfrm>
          <a:prstGeom prst="rect">
            <a:avLst/>
          </a:prstGeom>
          <a:noFill/>
          <a:ln w="9525">
            <a:noFill/>
          </a:ln>
        </p:spPr>
        <p:txBody>
          <a:bodyPr lIns="91313" tIns="45663" rIns="91313" bIns="45663">
            <a:spAutoFit/>
          </a:bodyPr>
          <a:p>
            <a:pPr lvl="0"/>
            <a:r>
              <a:rPr lang="zh-CN" altLang="en-US" dirty="0"/>
              <a:t>第一级内容文本样式：黑体</a:t>
            </a:r>
            <a:r>
              <a:rPr lang="en-US" altLang="zh-CN" dirty="0"/>
              <a:t>/28</a:t>
            </a:r>
            <a:r>
              <a:rPr lang="zh-CN" altLang="en-US" dirty="0"/>
              <a:t>号  </a:t>
            </a:r>
            <a:r>
              <a:rPr lang="en-US" altLang="zh-CN" dirty="0"/>
              <a:t>Arial/28pt</a:t>
            </a:r>
            <a:endParaRPr lang="en-US" altLang="zh-CN" dirty="0"/>
          </a:p>
          <a:p>
            <a:pPr lvl="1"/>
            <a:r>
              <a:rPr lang="zh-CN" altLang="en-US" dirty="0"/>
              <a:t>第二级内容文本样式：华文细黑</a:t>
            </a:r>
            <a:r>
              <a:rPr lang="en-US" altLang="zh-CN" dirty="0"/>
              <a:t>/18</a:t>
            </a:r>
            <a:r>
              <a:rPr lang="zh-CN" altLang="en-US" dirty="0"/>
              <a:t>号  </a:t>
            </a:r>
            <a:r>
              <a:rPr lang="en-US" altLang="zh-CN" dirty="0"/>
              <a:t>Arial/18pt</a:t>
            </a:r>
            <a:endParaRPr lang="en-US" altLang="zh-CN" dirty="0"/>
          </a:p>
          <a:p>
            <a:pPr lvl="2"/>
            <a:r>
              <a:rPr lang="zh-CN" altLang="en-US" dirty="0"/>
              <a:t>第三级内容文本样式：华文细黑</a:t>
            </a:r>
            <a:r>
              <a:rPr lang="en-US" altLang="zh-CN" dirty="0"/>
              <a:t>/16</a:t>
            </a:r>
            <a:r>
              <a:rPr lang="zh-CN" altLang="en-US" dirty="0"/>
              <a:t>号  </a:t>
            </a:r>
            <a:r>
              <a:rPr lang="en-US" altLang="zh-CN" dirty="0"/>
              <a:t>Arial/16pt</a:t>
            </a:r>
            <a:endParaRPr lang="en-US" altLang="zh-CN" dirty="0"/>
          </a:p>
          <a:p>
            <a:pPr lvl="3"/>
            <a:r>
              <a:rPr lang="zh-CN" altLang="en-US" dirty="0"/>
              <a:t>第四级内容文本样式：华文细黑</a:t>
            </a:r>
            <a:r>
              <a:rPr lang="en-US" altLang="zh-CN" dirty="0"/>
              <a:t>/14</a:t>
            </a:r>
            <a:r>
              <a:rPr lang="zh-CN" altLang="en-US" dirty="0"/>
              <a:t>号  </a:t>
            </a:r>
            <a:r>
              <a:rPr lang="en-US" altLang="zh-CN" dirty="0"/>
              <a:t>Arial/14pt</a:t>
            </a:r>
            <a:endParaRPr lang="en-US" altLang="zh-CN" dirty="0"/>
          </a:p>
          <a:p>
            <a:pPr lvl="4"/>
            <a:r>
              <a:rPr lang="zh-CN" altLang="en-US" dirty="0"/>
              <a:t>第五级内容文本样式：华文细黑</a:t>
            </a:r>
            <a:r>
              <a:rPr lang="en-US" altLang="zh-CN" dirty="0"/>
              <a:t>/12</a:t>
            </a:r>
            <a:r>
              <a:rPr lang="zh-CN" altLang="en-US" dirty="0"/>
              <a:t>号  </a:t>
            </a:r>
            <a:r>
              <a:rPr lang="en-US" altLang="zh-CN" dirty="0"/>
              <a:t>Arial/12pt</a:t>
            </a:r>
            <a:endParaRPr lang="en-US" altLang="zh-CN" dirty="0"/>
          </a:p>
        </p:txBody>
      </p:sp>
      <p:sp>
        <p:nvSpPr>
          <p:cNvPr id="23559" name="Rectangle 6"/>
          <p:cNvSpPr>
            <a:spLocks noGrp="1"/>
          </p:cNvSpPr>
          <p:nvPr>
            <p:ph type="title"/>
          </p:nvPr>
        </p:nvSpPr>
        <p:spPr>
          <a:xfrm>
            <a:off x="968375" y="9525"/>
            <a:ext cx="7905750" cy="612775"/>
          </a:xfrm>
          <a:prstGeom prst="rect">
            <a:avLst/>
          </a:prstGeom>
          <a:noFill/>
          <a:ln w="9525">
            <a:noFill/>
          </a:ln>
        </p:spPr>
        <p:txBody>
          <a:bodyPr lIns="91313" tIns="45663" rIns="91313" bIns="45663" anchor="ctr" anchorCtr="0"/>
          <a:p>
            <a:pPr lvl="0"/>
            <a:r>
              <a:rPr lang="zh-CN" altLang="en-US" dirty="0"/>
              <a:t>单击此处编辑母版标题样式</a:t>
            </a:r>
            <a:endParaRPr lang="zh-CN" altLang="en-US" dirty="0"/>
          </a:p>
        </p:txBody>
      </p:sp>
      <p:sp>
        <p:nvSpPr>
          <p:cNvPr id="27656" name="Rectangle 240"/>
          <p:cNvSpPr>
            <a:spLocks noGrp="1" noChangeArrowheads="1"/>
          </p:cNvSpPr>
          <p:nvPr>
            <p:ph type="sldNum" sz="quarter" idx="4"/>
          </p:nvPr>
        </p:nvSpPr>
        <p:spPr bwMode="auto">
          <a:xfrm>
            <a:off x="8659813" y="4824413"/>
            <a:ext cx="430213" cy="317500"/>
          </a:xfrm>
          <a:prstGeom prst="rect">
            <a:avLst/>
          </a:prstGeom>
          <a:noFill/>
          <a:ln w="9525">
            <a:noFill/>
            <a:miter lim="800000"/>
          </a:ln>
        </p:spPr>
        <p:txBody>
          <a:bodyPr vert="horz" wrap="square" lIns="73824" tIns="36911" rIns="73824" bIns="36911" numCol="1" anchor="t" anchorCtr="0" compatLnSpc="1"/>
          <a:lstStyle>
            <a:lvl1pPr algn="ctr" eaLnBrk="1" hangingPunct="1">
              <a:buFont typeface="Arial" panose="020B0604020202020204" pitchFamily="34" charset="0"/>
              <a:buNone/>
              <a:defRPr sz="1100">
                <a:solidFill>
                  <a:srgbClr val="000000"/>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fld id="{AFF5C93D-32CE-4EA1-847F-95E490078766}" type="slidenum">
              <a:rPr kumimoji="0" lang="zh-CN" altLang="en-US"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fld>
            <a:r>
              <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rPr>
              <a:t> </a:t>
            </a:r>
            <a:endParaRPr kumimoji="0" lang="en-US" altLang="zh-CN" sz="1100" b="0" i="0" u="none" strike="noStrike" kern="1200" cap="none" spc="0" normalizeH="0" baseline="0" noProof="0">
              <a:ln>
                <a:noFill/>
              </a:ln>
              <a:solidFill>
                <a:srgbClr val="000000"/>
              </a:solidFill>
              <a:effectLst/>
              <a:uLnTx/>
              <a:uFillTx/>
              <a:latin typeface="黑体" panose="02010609060101010101" pitchFamily="49" charset="-122"/>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Lst>
  <p:transition spd="slow">
    <p:fade/>
  </p:transition>
  <p:hf sldNum="0" hdr="0" ftr="0" dt="0"/>
  <p:txStyles>
    <p:titleStyle>
      <a:lvl1pPr marL="357505" indent="-357505" algn="r" rtl="0" eaLnBrk="0" fontAlgn="base" hangingPunct="0">
        <a:spcBef>
          <a:spcPct val="0"/>
        </a:spcBef>
        <a:spcAft>
          <a:spcPct val="0"/>
        </a:spcAft>
        <a:defRPr sz="2800" b="1">
          <a:solidFill>
            <a:schemeClr val="tx2"/>
          </a:solidFill>
          <a:latin typeface="+mj-lt"/>
          <a:ea typeface="+mj-ea"/>
          <a:cs typeface="+mj-cs"/>
        </a:defRPr>
      </a:lvl1pPr>
      <a:lvl2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2pPr>
      <a:lvl3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3pPr>
      <a:lvl4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4pPr>
      <a:lvl5pPr marL="3575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5pPr>
      <a:lvl6pPr marL="8147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6pPr>
      <a:lvl7pPr marL="12719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7pPr>
      <a:lvl8pPr marL="17291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8pPr>
      <a:lvl9pPr marL="2186305" indent="-357505" algn="r" rtl="0" eaLnBrk="0" fontAlgn="base" hangingPunct="0">
        <a:spcBef>
          <a:spcPct val="0"/>
        </a:spcBef>
        <a:spcAft>
          <a:spcPct val="0"/>
        </a:spcAft>
        <a:defRPr sz="2800" b="1">
          <a:solidFill>
            <a:schemeClr val="tx2"/>
          </a:solidFill>
          <a:latin typeface="微软雅黑" panose="020B0503020204020204" pitchFamily="34" charset="-122"/>
          <a:ea typeface="微软雅黑" panose="020B0503020204020204" pitchFamily="34" charset="-122"/>
        </a:defRPr>
      </a:lvl9pPr>
    </p:titleStyle>
    <p:bodyStyle>
      <a:lvl1pPr marL="358775" indent="-358775" algn="just" rtl="0" eaLnBrk="0" fontAlgn="ctr" hangingPunct="0">
        <a:lnSpc>
          <a:spcPct val="120000"/>
        </a:lnSpc>
        <a:spcBef>
          <a:spcPct val="20000"/>
        </a:spcBef>
        <a:spcAft>
          <a:spcPct val="0"/>
        </a:spcAft>
        <a:buClr>
          <a:srgbClr val="FF0000"/>
        </a:buClr>
        <a:buFont typeface="Wingdings" panose="05000000000000000000" pitchFamily="2" charset="2"/>
        <a:buChar char="p"/>
        <a:defRPr sz="2300" b="1">
          <a:solidFill>
            <a:schemeClr val="accent2"/>
          </a:solidFill>
          <a:latin typeface="+mn-lt"/>
          <a:ea typeface="+mn-ea"/>
          <a:cs typeface="+mn-cs"/>
        </a:defRPr>
      </a:lvl1pPr>
      <a:lvl2pPr marL="793750" indent="-285750" algn="just" rtl="0" eaLnBrk="0" fontAlgn="ctr" hangingPunct="0">
        <a:lnSpc>
          <a:spcPct val="120000"/>
        </a:lnSpc>
        <a:spcBef>
          <a:spcPct val="20000"/>
        </a:spcBef>
        <a:spcAft>
          <a:spcPct val="0"/>
        </a:spcAft>
        <a:buClr>
          <a:srgbClr val="FF0000"/>
        </a:buClr>
        <a:buFont typeface="Wingdings" panose="05000000000000000000" pitchFamily="2" charset="2"/>
        <a:buChar char="n"/>
        <a:defRPr sz="1900">
          <a:solidFill>
            <a:schemeClr val="accent2"/>
          </a:solidFill>
          <a:latin typeface="黑体" panose="02010609060101010101" pitchFamily="49" charset="-122"/>
          <a:ea typeface="黑体" panose="02010609060101010101" pitchFamily="49" charset="-122"/>
        </a:defRPr>
      </a:lvl2pPr>
      <a:lvl3pPr marL="1227455" indent="-284480" algn="just" rtl="0" eaLnBrk="0" fontAlgn="ctr" hangingPunct="0">
        <a:lnSpc>
          <a:spcPct val="120000"/>
        </a:lnSpc>
        <a:spcBef>
          <a:spcPct val="20000"/>
        </a:spcBef>
        <a:spcAft>
          <a:spcPct val="0"/>
        </a:spcAft>
        <a:buClr>
          <a:srgbClr val="FF0000"/>
        </a:buClr>
        <a:buFont typeface="Wingdings" panose="05000000000000000000" pitchFamily="2" charset="2"/>
        <a:buChar char="p"/>
        <a:defRPr sz="1600">
          <a:solidFill>
            <a:schemeClr val="accent2"/>
          </a:solidFill>
          <a:latin typeface="黑体" panose="02010609060101010101" pitchFamily="49" charset="-122"/>
          <a:ea typeface="黑体" panose="02010609060101010101" pitchFamily="49" charset="-122"/>
        </a:defRPr>
      </a:lvl3pPr>
      <a:lvl4pPr marL="1597025" indent="-220980" algn="just" rtl="0" eaLnBrk="0" fontAlgn="ctr" hangingPunct="0">
        <a:lnSpc>
          <a:spcPct val="120000"/>
        </a:lnSpc>
        <a:spcBef>
          <a:spcPct val="20000"/>
        </a:spcBef>
        <a:spcAft>
          <a:spcPct val="0"/>
        </a:spcAft>
        <a:buClr>
          <a:srgbClr val="FF0000"/>
        </a:buClr>
        <a:buFont typeface="Wingdings" panose="05000000000000000000" pitchFamily="2" charset="2"/>
        <a:buChar char="n"/>
        <a:defRPr sz="2000">
          <a:solidFill>
            <a:schemeClr val="accent2"/>
          </a:solidFill>
          <a:latin typeface="黑体" panose="02010609060101010101" pitchFamily="49" charset="-122"/>
          <a:ea typeface="黑体" panose="02010609060101010101" pitchFamily="49" charset="-122"/>
        </a:defRPr>
      </a:lvl4pPr>
      <a:lvl5pPr marL="19545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5pPr>
      <a:lvl6pPr marL="24117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6pPr>
      <a:lvl7pPr marL="28689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7pPr>
      <a:lvl8pPr marL="33261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8pPr>
      <a:lvl9pPr marL="3783330" indent="-209550" algn="just" rtl="0" eaLnBrk="0" fontAlgn="ctr" hangingPunct="0">
        <a:lnSpc>
          <a:spcPct val="120000"/>
        </a:lnSpc>
        <a:spcBef>
          <a:spcPct val="20000"/>
        </a:spcBef>
        <a:spcAft>
          <a:spcPct val="0"/>
        </a:spcAft>
        <a:buClr>
          <a:srgbClr val="FF0000"/>
        </a:buClr>
        <a:buFont typeface="Wingdings" panose="05000000000000000000" pitchFamily="2" charset="2"/>
        <a:buChar char="p"/>
        <a:defRPr sz="1300">
          <a:solidFill>
            <a:schemeClr val="accent2"/>
          </a:solidFill>
          <a:latin typeface="黑体" panose="02010609060101010101" pitchFamily="49" charset="-122"/>
          <a:ea typeface="黑体" panose="02010609060101010101"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FF"/>
            </a:gs>
            <a:gs pos="100000">
              <a:srgbClr val="000076"/>
            </a:gs>
          </a:gsLst>
          <a:lin ang="5400000" scaled="1"/>
          <a:tileRect/>
        </a:gradFill>
        <a:effectLst/>
      </p:bgPr>
    </p:bg>
    <p:spTree>
      <p:nvGrpSpPr>
        <p:cNvPr id="1" name=""/>
        <p:cNvGrpSpPr/>
        <p:nvPr/>
      </p:nvGrpSpPr>
      <p:grpSpPr/>
      <p:pic>
        <p:nvPicPr>
          <p:cNvPr id="24578" name="Picture 2" descr="345"/>
          <p:cNvPicPr>
            <a:picLocks noChangeAspect="1"/>
          </p:cNvPicPr>
          <p:nvPr/>
        </p:nvPicPr>
        <p:blipFill>
          <a:blip r:embed="rId12">
            <a:lum bright="14001" contrast="20000"/>
          </a:blip>
          <a:stretch>
            <a:fillRect/>
          </a:stretch>
        </p:blipFill>
        <p:spPr>
          <a:xfrm>
            <a:off x="0" y="125413"/>
            <a:ext cx="9144000" cy="130175"/>
          </a:xfrm>
          <a:prstGeom prst="rect">
            <a:avLst/>
          </a:prstGeom>
          <a:noFill/>
          <a:ln w="9525">
            <a:noFill/>
          </a:ln>
        </p:spPr>
      </p:pic>
      <p:sp>
        <p:nvSpPr>
          <p:cNvPr id="28675" name="Rectangle 4"/>
          <p:cNvSpPr>
            <a:spLocks noChangeArrowheads="1"/>
          </p:cNvSpPr>
          <p:nvPr/>
        </p:nvSpPr>
        <p:spPr bwMode="auto">
          <a:xfrm>
            <a:off x="0" y="4946650"/>
            <a:ext cx="9144000" cy="196850"/>
          </a:xfrm>
          <a:prstGeom prst="rect">
            <a:avLst/>
          </a:prstGeom>
          <a:solidFill>
            <a:srgbClr val="000099"/>
          </a:solidFill>
          <a:ln w="9525">
            <a:noFill/>
            <a:miter lim="800000"/>
          </a:ln>
        </p:spPr>
        <p:txBody>
          <a:bodyPr wrap="none" lIns="83777" tIns="41891" rIns="83777" bIns="41891" anchor="ctr"/>
          <a:lstStyle/>
          <a:p>
            <a:pPr marL="0" marR="0" lvl="0" indent="0" algn="l" defTabSz="836295" rtl="0" eaLnBrk="1" fontAlgn="base" latinLnBrk="0" hangingPunct="1">
              <a:lnSpc>
                <a:spcPct val="145000"/>
              </a:lnSpc>
              <a:spcBef>
                <a:spcPct val="20000"/>
              </a:spcBef>
              <a:spcAft>
                <a:spcPct val="0"/>
              </a:spcAft>
              <a:buClr>
                <a:srgbClr val="FF0000"/>
              </a:buClr>
              <a:buSzTx/>
              <a:buFont typeface="Wingdings" panose="05000000000000000000" pitchFamily="2" charset="2"/>
              <a:buNone/>
              <a:defRPr/>
            </a:pPr>
            <a:endParaRPr kumimoji="0" lang="zh-CN" altLang="en-US" sz="2200" b="1" i="0" u="none" strike="noStrike" kern="1200" cap="none" spc="0" normalizeH="0" baseline="0" noProof="0">
              <a:ln>
                <a:noFill/>
              </a:ln>
              <a:solidFill>
                <a:srgbClr val="FFFFFF"/>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endParaRPr>
          </a:p>
        </p:txBody>
      </p:sp>
      <p:sp>
        <p:nvSpPr>
          <p:cNvPr id="24580" name="Rectangle 5"/>
          <p:cNvSpPr/>
          <p:nvPr/>
        </p:nvSpPr>
        <p:spPr>
          <a:xfrm flipV="1">
            <a:off x="0" y="5011738"/>
            <a:ext cx="9144000" cy="34925"/>
          </a:xfrm>
          <a:prstGeom prst="rect">
            <a:avLst/>
          </a:prstGeom>
          <a:solidFill>
            <a:schemeClr val="bg1"/>
          </a:solidFill>
          <a:ln w="9525">
            <a:noFill/>
          </a:ln>
        </p:spPr>
        <p:txBody>
          <a:bodyPr rot="10800000" wrap="none" lIns="83777" tIns="41891" rIns="83777" bIns="41891" anchor="ctr" anchorCtr="0"/>
          <a:p>
            <a:pPr lvl="0" defTabSz="836930" eaLnBrk="1" hangingPunct="1">
              <a:lnSpc>
                <a:spcPct val="145000"/>
              </a:lnSpc>
              <a:spcBef>
                <a:spcPct val="20000"/>
              </a:spcBef>
              <a:buClr>
                <a:srgbClr val="FF0000"/>
              </a:buClr>
              <a:buFont typeface="Wingdings" panose="05000000000000000000" pitchFamily="2" charset="2"/>
              <a:buNone/>
            </a:pPr>
            <a:endParaRPr lang="" altLang="en-US" sz="2200" b="1" dirty="0">
              <a:solidFill>
                <a:srgbClr val="FFFFFF"/>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24581" name="Text Box 9"/>
          <p:cNvSpPr txBox="1">
            <a:spLocks noChangeArrowheads="1"/>
          </p:cNvSpPr>
          <p:nvPr/>
        </p:nvSpPr>
        <p:spPr bwMode="auto">
          <a:xfrm rot="5400000">
            <a:off x="-1035050" y="1858963"/>
            <a:ext cx="21653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3201" tIns="36598" rIns="73201" bIns="36598">
            <a:spAutoFit/>
          </a:bodyP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l" defTabSz="733425"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rPr>
              <a:t>01000100010010001001010000</a:t>
            </a:r>
            <a:endParaRPr kumimoji="0" lang="en-US" altLang="zh-CN" sz="1800" b="1" i="0" u="none" strike="noStrike" kern="1200" cap="none" spc="0" normalizeH="0" baseline="0" noProof="0">
              <a:ln>
                <a:noFill/>
              </a:ln>
              <a:solidFill>
                <a:srgbClr val="3399FF"/>
              </a:solidFill>
              <a:effectLst/>
              <a:uLnTx/>
              <a:uFillTx/>
              <a:latin typeface="Times New Roman" panose="02020603050405020304" pitchFamily="18" charset="0"/>
              <a:ea typeface="宋体" panose="02010600030101010101" pitchFamily="2" charset="-122"/>
              <a:cs typeface="+mn-cs"/>
              <a:sym typeface="+mn-ea"/>
            </a:endParaRPr>
          </a:p>
        </p:txBody>
      </p:sp>
      <p:sp>
        <p:nvSpPr>
          <p:cNvPr id="24582" name="Rectangle 10"/>
          <p:cNvSpPr>
            <a:spLocks noChangeArrowheads="1"/>
          </p:cNvSpPr>
          <p:nvPr/>
        </p:nvSpPr>
        <p:spPr bwMode="auto">
          <a:xfrm>
            <a:off x="0" y="3878263"/>
            <a:ext cx="287338" cy="285750"/>
          </a:xfrm>
          <a:prstGeom prst="rect">
            <a:avLst/>
          </a:prstGeom>
          <a:gradFill rotWithShape="0">
            <a:gsLst>
              <a:gs pos="0">
                <a:srgbClr val="797915"/>
              </a:gs>
              <a:gs pos="100000">
                <a:srgbClr val="FFFF2D"/>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3201" tIns="36598" rIns="73201" bIns="36598" anchor="ct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3342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83" name="Rectangle 11"/>
          <p:cNvSpPr>
            <a:spLocks noChangeArrowheads="1"/>
          </p:cNvSpPr>
          <p:nvPr/>
        </p:nvSpPr>
        <p:spPr bwMode="auto">
          <a:xfrm>
            <a:off x="296863" y="3611563"/>
            <a:ext cx="192088" cy="187325"/>
          </a:xfrm>
          <a:prstGeom prst="rect">
            <a:avLst/>
          </a:prstGeom>
          <a:gradFill rotWithShape="0">
            <a:gsLst>
              <a:gs pos="0">
                <a:srgbClr val="FF3300"/>
              </a:gs>
              <a:gs pos="100000">
                <a:srgbClr val="FF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3201" tIns="36598" rIns="73201" bIns="36598" anchor="ct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3342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84" name="Rectangle 12"/>
          <p:cNvSpPr>
            <a:spLocks noChangeArrowheads="1"/>
          </p:cNvSpPr>
          <p:nvPr/>
        </p:nvSpPr>
        <p:spPr bwMode="auto">
          <a:xfrm>
            <a:off x="0" y="4256088"/>
            <a:ext cx="449263" cy="395288"/>
          </a:xfrm>
          <a:prstGeom prst="rect">
            <a:avLst/>
          </a:prstGeom>
          <a:gradFill rotWithShape="0">
            <a:gsLst>
              <a:gs pos="0">
                <a:srgbClr val="000076"/>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3201" tIns="36598" rIns="73201" bIns="36598" anchor="ctr"/>
          <a:lstStyle>
            <a:lvl1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1pPr>
            <a:lvl2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2pPr>
            <a:lvl3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3pPr>
            <a:lvl4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4pPr>
            <a:lvl5pPr defTabSz="733425">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5pPr>
            <a:lvl6pPr marL="19227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6pPr>
            <a:lvl7pPr marL="23799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7pPr>
            <a:lvl8pPr marL="28371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8pPr>
            <a:lvl9pPr marL="3294380" indent="341630" defTabSz="733425" eaLnBrk="0" fontAlgn="base" hangingPunct="0">
              <a:spcBef>
                <a:spcPct val="0"/>
              </a:spcBef>
              <a:spcAft>
                <a:spcPct val="0"/>
              </a:spcAft>
              <a:buFont typeface="Arial" panose="020B0604020202020204" pitchFamily="34" charset="0"/>
              <a:defRPr>
                <a:solidFill>
                  <a:schemeClr val="accent1"/>
                </a:solidFill>
                <a:latin typeface="黑体" panose="02010609060101010101" pitchFamily="49" charset="-122"/>
                <a:ea typeface="微软雅黑" panose="020B0503020204020204" pitchFamily="34" charset="-122"/>
              </a:defRPr>
            </a:lvl9pPr>
          </a:lstStyle>
          <a:p>
            <a:pPr marL="0" marR="0" lvl="0" indent="0" algn="ctr" defTabSz="73342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24585" name="Picture 21"/>
          <p:cNvPicPr>
            <a:picLocks noChangeAspect="1"/>
          </p:cNvPicPr>
          <p:nvPr/>
        </p:nvPicPr>
        <p:blipFill>
          <a:blip r:embed="rId13"/>
          <a:stretch>
            <a:fillRect/>
          </a:stretch>
        </p:blipFill>
        <p:spPr>
          <a:xfrm>
            <a:off x="0" y="0"/>
            <a:ext cx="1646238" cy="395288"/>
          </a:xfrm>
          <a:prstGeom prst="rect">
            <a:avLst/>
          </a:prstGeom>
          <a:noFill/>
          <a:ln w="9525">
            <a:noFill/>
          </a:ln>
        </p:spPr>
      </p:pic>
      <p:sp>
        <p:nvSpPr>
          <p:cNvPr id="28682" name="Rectangle 4"/>
          <p:cNvSpPr>
            <a:spLocks noGrp="1" noChangeArrowheads="1"/>
          </p:cNvSpPr>
          <p:nvPr>
            <p:ph type="dt" sz="half" idx="2"/>
          </p:nvPr>
        </p:nvSpPr>
        <p:spPr bwMode="auto">
          <a:xfrm>
            <a:off x="457200" y="4684713"/>
            <a:ext cx="2133600" cy="357188"/>
          </a:xfrm>
          <a:prstGeom prst="rect">
            <a:avLst/>
          </a:prstGeom>
          <a:noFill/>
          <a:ln w="9525">
            <a:noFill/>
            <a:miter lim="800000"/>
          </a:ln>
        </p:spPr>
        <p:txBody>
          <a:bodyPr vert="horz" wrap="square" lIns="91394" tIns="45700" rIns="91394" bIns="45700" numCol="1" anchor="t" anchorCtr="0" compatLnSpc="1"/>
          <a:lstStyle>
            <a:lvl1pPr eaLnBrk="1" hangingPunct="1">
              <a:buFont typeface="Arial" panose="020B0604020202020204" pitchFamily="34" charset="0"/>
              <a:buNone/>
              <a:defRPr b="1">
                <a:solidFill>
                  <a:srgbClr val="000000"/>
                </a:solidFill>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E3446E-8122-4270-99DC-DE9AD6ABB3B3}" type="datetime10">
              <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rPr>
            </a:fld>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8683" name="Rectangle 5"/>
          <p:cNvSpPr>
            <a:spLocks noGrp="1" noChangeArrowheads="1"/>
          </p:cNvSpPr>
          <p:nvPr>
            <p:ph type="ftr" sz="quarter" idx="3"/>
          </p:nvPr>
        </p:nvSpPr>
        <p:spPr bwMode="auto">
          <a:xfrm>
            <a:off x="3124200" y="4684713"/>
            <a:ext cx="2895600" cy="357188"/>
          </a:xfrm>
          <a:prstGeom prst="rect">
            <a:avLst/>
          </a:prstGeom>
          <a:noFill/>
          <a:ln w="9525">
            <a:noFill/>
            <a:miter lim="800000"/>
          </a:ln>
        </p:spPr>
        <p:txBody>
          <a:bodyPr vert="horz" wrap="square" lIns="91394" tIns="45700" rIns="91394" bIns="45700" numCol="1" anchor="t" anchorCtr="0" compatLnSpc="1"/>
          <a:lstStyle>
            <a:lvl1pPr eaLnBrk="1" hangingPunct="1">
              <a:buFont typeface="Arial" panose="020B0604020202020204" pitchFamily="34" charset="0"/>
              <a:buNone/>
              <a:defRPr b="1">
                <a:solidFill>
                  <a:srgbClr val="000000"/>
                </a:solidFill>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8684" name="Rectangle 6"/>
          <p:cNvSpPr>
            <a:spLocks noGrp="1" noChangeArrowheads="1"/>
          </p:cNvSpPr>
          <p:nvPr>
            <p:ph type="sldNum" sz="quarter" idx="4"/>
          </p:nvPr>
        </p:nvSpPr>
        <p:spPr bwMode="auto">
          <a:xfrm>
            <a:off x="6553200" y="4684713"/>
            <a:ext cx="2133600" cy="357188"/>
          </a:xfrm>
          <a:prstGeom prst="rect">
            <a:avLst/>
          </a:prstGeom>
          <a:noFill/>
          <a:ln w="9525">
            <a:noFill/>
            <a:miter lim="800000"/>
          </a:ln>
        </p:spPr>
        <p:txBody>
          <a:bodyPr vert="horz" wrap="square" lIns="91394" tIns="45700" rIns="91394" bIns="45700" numCol="1" anchor="t" anchorCtr="0" compatLnSpc="1"/>
          <a:lstStyle>
            <a:lvl1pPr eaLnBrk="1" hangingPunct="1">
              <a:buFont typeface="Arial" panose="020B0604020202020204" pitchFamily="34" charset="0"/>
              <a:buNone/>
              <a:defRPr b="1">
                <a:solidFill>
                  <a:srgbClr val="000000"/>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6BA86C-BFC3-4898-8055-96CCEB94803D}" type="slidenum">
              <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8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975" r:id="rId1"/>
    <p:sldLayoutId id="2147483976" r:id="rId2"/>
    <p:sldLayoutId id="2147483977" r:id="rId3"/>
    <p:sldLayoutId id="2147483978" r:id="rId4"/>
    <p:sldLayoutId id="2147483979" r:id="rId5"/>
    <p:sldLayoutId id="2147483980" r:id="rId6"/>
    <p:sldLayoutId id="2147483981" r:id="rId7"/>
    <p:sldLayoutId id="2147483982" r:id="rId8"/>
    <p:sldLayoutId id="2147483983" r:id="rId9"/>
    <p:sldLayoutId id="2147483984" r:id="rId10"/>
    <p:sldLayoutId id="2147483985" r:id="rId11"/>
  </p:sldLayoutIdLst>
  <p:transition>
    <p:fade/>
  </p:transition>
  <p:hf sldNum="0" hdr="0" ftr="0" dt="0"/>
  <p:txStyles>
    <p:titleStyle>
      <a:lvl1pPr algn="ctr" defTabSz="732155" rtl="0" eaLnBrk="0" fontAlgn="base" hangingPunct="0">
        <a:spcBef>
          <a:spcPct val="0"/>
        </a:spcBef>
        <a:spcAft>
          <a:spcPct val="0"/>
        </a:spcAft>
        <a:defRPr sz="3500">
          <a:solidFill>
            <a:schemeClr val="tx2"/>
          </a:solidFill>
          <a:latin typeface="+mj-lt"/>
          <a:ea typeface="+mj-ea"/>
          <a:cs typeface="+mj-cs"/>
        </a:defRPr>
      </a:lvl1pPr>
      <a:lvl2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2pPr>
      <a:lvl3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3pPr>
      <a:lvl4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4pPr>
      <a:lvl5pPr algn="ctr" defTabSz="732155"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5pPr>
      <a:lvl6pPr marL="4572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6pPr>
      <a:lvl7pPr marL="9144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7pPr>
      <a:lvl8pPr marL="13716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8pPr>
      <a:lvl9pPr marL="1828800" algn="ctr" defTabSz="731520" rtl="0" eaLnBrk="0" fontAlgn="base" hangingPunct="0">
        <a:spcBef>
          <a:spcPct val="0"/>
        </a:spcBef>
        <a:spcAft>
          <a:spcPct val="0"/>
        </a:spcAft>
        <a:defRPr sz="3500">
          <a:solidFill>
            <a:schemeClr val="tx2"/>
          </a:solidFill>
          <a:latin typeface="Times New Roman" panose="02020603050405020304" pitchFamily="18" charset="0"/>
          <a:ea typeface="宋体" panose="02010600030101010101" pitchFamily="2" charset="-122"/>
        </a:defRPr>
      </a:lvl9pPr>
    </p:titleStyle>
    <p:bodyStyle>
      <a:lvl1pPr marL="273050" indent="-273050" algn="l" defTabSz="732155" rtl="0" eaLnBrk="0" fontAlgn="base" hangingPunct="0">
        <a:spcBef>
          <a:spcPct val="20000"/>
        </a:spcBef>
        <a:spcAft>
          <a:spcPct val="0"/>
        </a:spcAft>
        <a:buChar char="•"/>
        <a:defRPr sz="2700">
          <a:solidFill>
            <a:schemeClr val="tx1"/>
          </a:solidFill>
          <a:latin typeface="+mn-lt"/>
          <a:ea typeface="+mn-ea"/>
          <a:cs typeface="+mn-cs"/>
        </a:defRPr>
      </a:lvl1pPr>
      <a:lvl2pPr marL="593725" indent="-228600" algn="l" defTabSz="732155" rtl="0" eaLnBrk="0" fontAlgn="base" hangingPunct="0">
        <a:spcBef>
          <a:spcPct val="20000"/>
        </a:spcBef>
        <a:spcAft>
          <a:spcPct val="0"/>
        </a:spcAft>
        <a:buChar char="–"/>
        <a:defRPr sz="2200">
          <a:solidFill>
            <a:schemeClr val="tx1"/>
          </a:solidFill>
          <a:latin typeface="+mn-lt"/>
          <a:ea typeface="+mn-ea"/>
        </a:defRPr>
      </a:lvl2pPr>
      <a:lvl3pPr marL="916305" indent="-182880" algn="l" defTabSz="732155" rtl="0" eaLnBrk="0" fontAlgn="base" hangingPunct="0">
        <a:spcBef>
          <a:spcPct val="20000"/>
        </a:spcBef>
        <a:spcAft>
          <a:spcPct val="0"/>
        </a:spcAft>
        <a:buChar char="•"/>
        <a:defRPr sz="2400">
          <a:solidFill>
            <a:schemeClr val="tx1"/>
          </a:solidFill>
          <a:latin typeface="+mn-lt"/>
          <a:ea typeface="+mn-ea"/>
        </a:defRPr>
      </a:lvl3pPr>
      <a:lvl4pPr marL="1282700" indent="-182880" algn="l" defTabSz="732155" rtl="0" eaLnBrk="0" fontAlgn="base" hangingPunct="0">
        <a:spcBef>
          <a:spcPct val="20000"/>
        </a:spcBef>
        <a:spcAft>
          <a:spcPct val="0"/>
        </a:spcAft>
        <a:buChar char="–"/>
        <a:defRPr sz="1500">
          <a:solidFill>
            <a:schemeClr val="tx1"/>
          </a:solidFill>
          <a:latin typeface="+mn-lt"/>
          <a:ea typeface="+mn-ea"/>
        </a:defRPr>
      </a:lvl4pPr>
      <a:lvl5pPr marL="1643380" indent="-180975" algn="l" defTabSz="732155" rtl="0" eaLnBrk="0" fontAlgn="base" hangingPunct="0">
        <a:spcBef>
          <a:spcPct val="20000"/>
        </a:spcBef>
        <a:spcAft>
          <a:spcPct val="0"/>
        </a:spcAft>
        <a:buChar char="»"/>
        <a:defRPr sz="1500">
          <a:solidFill>
            <a:schemeClr val="tx1"/>
          </a:solidFill>
          <a:latin typeface="+mn-lt"/>
          <a:ea typeface="+mn-ea"/>
        </a:defRPr>
      </a:lvl5pPr>
      <a:lvl6pPr marL="2100580" indent="-180975" algn="l" defTabSz="731520" rtl="0" eaLnBrk="0" fontAlgn="base" hangingPunct="0">
        <a:spcBef>
          <a:spcPct val="20000"/>
        </a:spcBef>
        <a:spcAft>
          <a:spcPct val="0"/>
        </a:spcAft>
        <a:buChar char="»"/>
        <a:defRPr sz="1500">
          <a:solidFill>
            <a:schemeClr val="tx1"/>
          </a:solidFill>
          <a:latin typeface="+mn-lt"/>
          <a:ea typeface="+mn-ea"/>
        </a:defRPr>
      </a:lvl6pPr>
      <a:lvl7pPr marL="2557780" indent="-180975" algn="l" defTabSz="731520" rtl="0" eaLnBrk="0" fontAlgn="base" hangingPunct="0">
        <a:spcBef>
          <a:spcPct val="20000"/>
        </a:spcBef>
        <a:spcAft>
          <a:spcPct val="0"/>
        </a:spcAft>
        <a:buChar char="»"/>
        <a:defRPr sz="1500">
          <a:solidFill>
            <a:schemeClr val="tx1"/>
          </a:solidFill>
          <a:latin typeface="+mn-lt"/>
          <a:ea typeface="+mn-ea"/>
        </a:defRPr>
      </a:lvl7pPr>
      <a:lvl8pPr marL="3014980" indent="-180975" algn="l" defTabSz="731520" rtl="0" eaLnBrk="0" fontAlgn="base" hangingPunct="0">
        <a:spcBef>
          <a:spcPct val="20000"/>
        </a:spcBef>
        <a:spcAft>
          <a:spcPct val="0"/>
        </a:spcAft>
        <a:buChar char="»"/>
        <a:defRPr sz="1500">
          <a:solidFill>
            <a:schemeClr val="tx1"/>
          </a:solidFill>
          <a:latin typeface="+mn-lt"/>
          <a:ea typeface="+mn-ea"/>
        </a:defRPr>
      </a:lvl8pPr>
      <a:lvl9pPr marL="3472180" indent="-180975" algn="l" defTabSz="731520" rtl="0" eaLnBrk="0" fontAlgn="base" hangingPunct="0">
        <a:spcBef>
          <a:spcPct val="20000"/>
        </a:spcBef>
        <a:spcAft>
          <a:spcPct val="0"/>
        </a:spcAft>
        <a:buChar char="»"/>
        <a:defRPr sz="15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0.xml"/><Relationship Id="rId2" Type="http://schemas.openxmlformats.org/officeDocument/2006/relationships/image" Target="../media/image12.png"/><Relationship Id="rId1"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slide" Target="slide37.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slide" Target="slide50.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slide" Target="slide44.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slide" Target="slide45.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slide" Target="slide38.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slide" Target="slide40.xml"/><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xml"/><Relationship Id="rId2" Type="http://schemas.openxmlformats.org/officeDocument/2006/relationships/hyperlink" Target="mk:@MSITStore:D:\HSC3_C\API\Hsc3Api_win32-180810-0\Hsc3Api.chm::/_comm_def_8h.html" TargetMode="External"/><Relationship Id="rId1" Type="http://schemas.openxmlformats.org/officeDocument/2006/relationships/image" Target="../media/image1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xml"/><Relationship Id="rId2" Type="http://schemas.openxmlformats.org/officeDocument/2006/relationships/hyperlink" Target="mk:@MSITStore:D:\HSC3_C\API\Hsc3Api_win32-180810-0\Hsc3Api.chm::/_comm_def_8h.html" TargetMode="External"/><Relationship Id="rId1" Type="http://schemas.openxmlformats.org/officeDocument/2006/relationships/image" Target="../media/image13.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22.png"/><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ext Box 41"/>
          <p:cNvSpPr txBox="1"/>
          <p:nvPr/>
        </p:nvSpPr>
        <p:spPr>
          <a:xfrm>
            <a:off x="684213" y="4071938"/>
            <a:ext cx="7816850" cy="527050"/>
          </a:xfrm>
          <a:prstGeom prst="rect">
            <a:avLst/>
          </a:prstGeom>
          <a:noFill/>
          <a:ln w="9525">
            <a:noFill/>
          </a:ln>
        </p:spPr>
        <p:txBody>
          <a:bodyPr lIns="83588" tIns="41795" rIns="83588" bIns="41795">
            <a:spAutoFit/>
          </a:bodyPr>
          <a:lstStyle>
            <a:lvl1pPr marL="287655" indent="-287655" algn="l" rtl="0" eaLnBrk="0" fontAlgn="ctr" hangingPunct="0">
              <a:lnSpc>
                <a:spcPct val="120000"/>
              </a:lnSpc>
              <a:spcBef>
                <a:spcPct val="20000"/>
              </a:spcBef>
              <a:spcAft>
                <a:spcPct val="0"/>
              </a:spcAft>
              <a:buClr>
                <a:schemeClr val="folHlink"/>
              </a:buClr>
              <a:buFont typeface="Wingdings" panose="05000000000000000000" pitchFamily="2" charset="2"/>
              <a:buChar char="p"/>
              <a:defRPr sz="2400" b="1">
                <a:solidFill>
                  <a:schemeClr val="tx1"/>
                </a:solidFill>
                <a:latin typeface="+mn-lt"/>
                <a:ea typeface="+mn-ea"/>
                <a:cs typeface="+mn-cs"/>
              </a:defRPr>
            </a:lvl1pPr>
            <a:lvl2pPr marL="646430" indent="-206375" algn="l" rtl="0" eaLnBrk="0" fontAlgn="ctr" hangingPunct="0">
              <a:lnSpc>
                <a:spcPct val="120000"/>
              </a:lnSpc>
              <a:spcBef>
                <a:spcPct val="20000"/>
              </a:spcBef>
              <a:spcAft>
                <a:spcPct val="0"/>
              </a:spcAft>
              <a:buClr>
                <a:schemeClr val="tx1"/>
              </a:buClr>
              <a:buFont typeface="Wingdings" panose="05000000000000000000" pitchFamily="2" charset="2"/>
              <a:buChar char="n"/>
              <a:defRPr sz="2000">
                <a:solidFill>
                  <a:schemeClr val="tx1"/>
                </a:solidFill>
                <a:latin typeface="+mn-lt"/>
                <a:ea typeface="+mn-ea"/>
              </a:defRPr>
            </a:lvl2pPr>
            <a:lvl3pPr marL="1002030" indent="-205105" algn="l" rtl="0" eaLnBrk="0" fontAlgn="ctr" hangingPunct="0">
              <a:lnSpc>
                <a:spcPct val="120000"/>
              </a:lnSpc>
              <a:spcBef>
                <a:spcPct val="20000"/>
              </a:spcBef>
              <a:spcAft>
                <a:spcPct val="0"/>
              </a:spcAft>
              <a:buClr>
                <a:schemeClr val="tx1"/>
              </a:buClr>
              <a:buFont typeface="Wingdings" panose="05000000000000000000" pitchFamily="2" charset="2"/>
              <a:buChar char="p"/>
              <a:defRPr sz="2400">
                <a:solidFill>
                  <a:schemeClr val="tx1"/>
                </a:solidFill>
                <a:latin typeface="+mn-lt"/>
                <a:ea typeface="+mn-ea"/>
              </a:defRPr>
            </a:lvl3pPr>
            <a:lvl4pPr marL="1371600" indent="-217805" algn="l" rtl="0" eaLnBrk="0" fontAlgn="ctr" hangingPunct="0">
              <a:lnSpc>
                <a:spcPct val="120000"/>
              </a:lnSpc>
              <a:spcBef>
                <a:spcPct val="20000"/>
              </a:spcBef>
              <a:spcAft>
                <a:spcPct val="0"/>
              </a:spcAft>
              <a:buClr>
                <a:schemeClr val="tx1"/>
              </a:buClr>
              <a:buFont typeface="Wingdings" panose="05000000000000000000" pitchFamily="2" charset="2"/>
              <a:buChar char="n"/>
              <a:defRPr sz="1600">
                <a:solidFill>
                  <a:schemeClr val="tx1"/>
                </a:solidFill>
                <a:latin typeface="+mn-lt"/>
                <a:ea typeface="+mn-ea"/>
              </a:defRPr>
            </a:lvl4pPr>
            <a:lvl5pPr marL="1729105" indent="-206375" algn="l" rtl="0" eaLnBrk="0" fontAlgn="ctr" hangingPunct="0">
              <a:lnSpc>
                <a:spcPct val="120000"/>
              </a:lnSpc>
              <a:spcBef>
                <a:spcPct val="20000"/>
              </a:spcBef>
              <a:spcAft>
                <a:spcPct val="0"/>
              </a:spcAft>
              <a:buClr>
                <a:schemeClr val="tx1"/>
              </a:buClr>
              <a:buFont typeface="Wingdings" panose="05000000000000000000" pitchFamily="2" charset="2"/>
              <a:buChar char="p"/>
              <a:defRPr sz="1400">
                <a:solidFill>
                  <a:schemeClr val="tx1"/>
                </a:solidFill>
                <a:latin typeface="+mn-lt"/>
                <a:ea typeface="+mn-ea"/>
              </a:defRPr>
            </a:lvl5pPr>
          </a:lstStyle>
          <a:p>
            <a:pPr marL="0" lvl="0" indent="0" algn="ctr" defTabSz="865505" fontAlgn="base">
              <a:spcBef>
                <a:spcPct val="50000"/>
              </a:spcBef>
              <a:buClrTx/>
              <a:buFont typeface="Arial" panose="020B0604020202020204" pitchFamily="34" charset="0"/>
              <a:buNone/>
            </a:pPr>
            <a:r>
              <a:rPr lang="zh-CN" altLang="en-US" dirty="0"/>
              <a:t>华数机器人</a:t>
            </a:r>
            <a:endParaRPr lang="zh-CN" altLang="en-US" dirty="0"/>
          </a:p>
        </p:txBody>
      </p:sp>
      <p:sp>
        <p:nvSpPr>
          <p:cNvPr id="26627" name="Text Box 41"/>
          <p:cNvSpPr txBox="1"/>
          <p:nvPr/>
        </p:nvSpPr>
        <p:spPr>
          <a:xfrm>
            <a:off x="762000" y="1857375"/>
            <a:ext cx="7770813" cy="1422400"/>
          </a:xfrm>
          <a:prstGeom prst="rect">
            <a:avLst/>
          </a:prstGeom>
          <a:noFill/>
          <a:ln w="9525">
            <a:noFill/>
          </a:ln>
        </p:spPr>
        <p:txBody>
          <a:bodyPr lIns="83588" tIns="41795" rIns="83588" bIns="41795">
            <a:spAutoFit/>
          </a:bodyPr>
          <a:lstStyle>
            <a:lvl1pPr marL="287655" indent="-287655" algn="l" rtl="0" eaLnBrk="0" fontAlgn="ctr" hangingPunct="0">
              <a:lnSpc>
                <a:spcPct val="120000"/>
              </a:lnSpc>
              <a:spcBef>
                <a:spcPct val="20000"/>
              </a:spcBef>
              <a:spcAft>
                <a:spcPct val="0"/>
              </a:spcAft>
              <a:buClr>
                <a:schemeClr val="folHlink"/>
              </a:buClr>
              <a:buFont typeface="Wingdings" panose="05000000000000000000" pitchFamily="2" charset="2"/>
              <a:buChar char="p"/>
              <a:defRPr sz="2400" b="1">
                <a:solidFill>
                  <a:schemeClr val="tx1"/>
                </a:solidFill>
                <a:latin typeface="+mn-lt"/>
                <a:ea typeface="+mn-ea"/>
                <a:cs typeface="+mn-cs"/>
              </a:defRPr>
            </a:lvl1pPr>
            <a:lvl2pPr marL="646430" indent="-206375" algn="l" rtl="0" eaLnBrk="0" fontAlgn="ctr" hangingPunct="0">
              <a:lnSpc>
                <a:spcPct val="120000"/>
              </a:lnSpc>
              <a:spcBef>
                <a:spcPct val="20000"/>
              </a:spcBef>
              <a:spcAft>
                <a:spcPct val="0"/>
              </a:spcAft>
              <a:buClr>
                <a:schemeClr val="tx1"/>
              </a:buClr>
              <a:buFont typeface="Wingdings" panose="05000000000000000000" pitchFamily="2" charset="2"/>
              <a:buChar char="n"/>
              <a:defRPr sz="2000">
                <a:solidFill>
                  <a:schemeClr val="tx1"/>
                </a:solidFill>
                <a:latin typeface="+mn-lt"/>
                <a:ea typeface="+mn-ea"/>
              </a:defRPr>
            </a:lvl2pPr>
            <a:lvl3pPr marL="1002030" indent="-205105" algn="l" rtl="0" eaLnBrk="0" fontAlgn="ctr" hangingPunct="0">
              <a:lnSpc>
                <a:spcPct val="120000"/>
              </a:lnSpc>
              <a:spcBef>
                <a:spcPct val="20000"/>
              </a:spcBef>
              <a:spcAft>
                <a:spcPct val="0"/>
              </a:spcAft>
              <a:buClr>
                <a:schemeClr val="tx1"/>
              </a:buClr>
              <a:buFont typeface="Wingdings" panose="05000000000000000000" pitchFamily="2" charset="2"/>
              <a:buChar char="p"/>
              <a:defRPr sz="2400">
                <a:solidFill>
                  <a:schemeClr val="tx1"/>
                </a:solidFill>
                <a:latin typeface="+mn-lt"/>
                <a:ea typeface="+mn-ea"/>
              </a:defRPr>
            </a:lvl3pPr>
            <a:lvl4pPr marL="1371600" indent="-217805" algn="l" rtl="0" eaLnBrk="0" fontAlgn="ctr" hangingPunct="0">
              <a:lnSpc>
                <a:spcPct val="120000"/>
              </a:lnSpc>
              <a:spcBef>
                <a:spcPct val="20000"/>
              </a:spcBef>
              <a:spcAft>
                <a:spcPct val="0"/>
              </a:spcAft>
              <a:buClr>
                <a:schemeClr val="tx1"/>
              </a:buClr>
              <a:buFont typeface="Wingdings" panose="05000000000000000000" pitchFamily="2" charset="2"/>
              <a:buChar char="n"/>
              <a:defRPr sz="1600">
                <a:solidFill>
                  <a:schemeClr val="tx1"/>
                </a:solidFill>
                <a:latin typeface="+mn-lt"/>
                <a:ea typeface="+mn-ea"/>
              </a:defRPr>
            </a:lvl4pPr>
            <a:lvl5pPr marL="1729105" indent="-206375" algn="l" rtl="0" eaLnBrk="0" fontAlgn="ctr" hangingPunct="0">
              <a:lnSpc>
                <a:spcPct val="120000"/>
              </a:lnSpc>
              <a:spcBef>
                <a:spcPct val="20000"/>
              </a:spcBef>
              <a:spcAft>
                <a:spcPct val="0"/>
              </a:spcAft>
              <a:buClr>
                <a:schemeClr val="tx1"/>
              </a:buClr>
              <a:buFont typeface="Wingdings" panose="05000000000000000000" pitchFamily="2" charset="2"/>
              <a:buChar char="p"/>
              <a:defRPr sz="1400">
                <a:solidFill>
                  <a:schemeClr val="tx1"/>
                </a:solidFill>
                <a:latin typeface="+mn-lt"/>
                <a:ea typeface="+mn-ea"/>
              </a:defRPr>
            </a:lvl5pPr>
          </a:lstStyle>
          <a:p>
            <a:pPr marL="0" lvl="0" indent="0" algn="ctr" defTabSz="865505" fontAlgn="base">
              <a:lnSpc>
                <a:spcPct val="130000"/>
              </a:lnSpc>
              <a:spcBef>
                <a:spcPct val="50000"/>
              </a:spcBef>
              <a:buClrTx/>
              <a:buFont typeface="Arial" panose="020B0604020202020204" pitchFamily="34" charset="0"/>
              <a:buNone/>
            </a:pPr>
            <a:r>
              <a:rPr lang="zh-CN" altLang="en-US" sz="3600" dirty="0"/>
              <a:t>华数</a:t>
            </a:r>
            <a:r>
              <a:rPr lang="en-US" altLang="zh-CN" sz="3600" dirty="0"/>
              <a:t>Ⅲ</a:t>
            </a:r>
            <a:r>
              <a:rPr lang="zh-CN" altLang="en-US" sz="3600" dirty="0"/>
              <a:t>型二次开发接口</a:t>
            </a:r>
            <a:br>
              <a:rPr lang="en-US" altLang="zh-CN" sz="3600" dirty="0"/>
            </a:br>
            <a:r>
              <a:rPr lang="zh-CN" altLang="en-US" sz="3600" dirty="0"/>
              <a:t>使用方法</a:t>
            </a:r>
            <a:endParaRPr lang="zh-CN" altLang="en-US" sz="3600" dirty="0">
              <a:sym typeface="微软雅黑" panose="020B0503020204020204" pitchFamily="34" charset="-122"/>
            </a:endParaRPr>
          </a:p>
        </p:txBody>
      </p:sp>
      <p:pic>
        <p:nvPicPr>
          <p:cNvPr id="26628" name="Picture 6" descr="图片1"/>
          <p:cNvPicPr>
            <a:picLocks noChangeAspect="1"/>
          </p:cNvPicPr>
          <p:nvPr/>
        </p:nvPicPr>
        <p:blipFill>
          <a:blip r:embed="rId1"/>
          <a:stretch>
            <a:fillRect/>
          </a:stretch>
        </p:blipFill>
        <p:spPr>
          <a:xfrm>
            <a:off x="928688" y="3714750"/>
            <a:ext cx="7351712" cy="53975"/>
          </a:xfrm>
          <a:prstGeom prst="rect">
            <a:avLst/>
          </a:prstGeom>
          <a:noFill/>
          <a:ln w="9525">
            <a:noFill/>
          </a:ln>
        </p:spPr>
      </p:pic>
      <p:pic>
        <p:nvPicPr>
          <p:cNvPr id="26629" name="Picture 18" descr="C:\Users\Administrator\Desktop\华数logo.png"/>
          <p:cNvPicPr>
            <a:picLocks noChangeAspect="1"/>
          </p:cNvPicPr>
          <p:nvPr/>
        </p:nvPicPr>
        <p:blipFill>
          <a:blip r:embed="rId2"/>
          <a:stretch>
            <a:fillRect/>
          </a:stretch>
        </p:blipFill>
        <p:spPr>
          <a:xfrm>
            <a:off x="71438" y="71438"/>
            <a:ext cx="1428750" cy="495300"/>
          </a:xfrm>
          <a:prstGeom prst="rect">
            <a:avLst/>
          </a:prstGeom>
          <a:solidFill>
            <a:schemeClr val="tx1"/>
          </a:solid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67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2867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28676" name="Rectangle 308"/>
          <p:cNvSpPr>
            <a:spLocks noGrp="1" noChangeArrowheads="1"/>
          </p:cNvSpPr>
          <p:nvPr>
            <p:ph type="ctrTitle"/>
          </p:nvPr>
        </p:nvSpPr>
        <p:spPr bwMode="auto">
          <a:xfrm>
            <a:off x="396875" y="79375"/>
            <a:ext cx="8358188" cy="508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chemeClr val="tx2"/>
                </a:solidFill>
                <a:effectLst/>
                <a:uLnTx/>
                <a:uFillTx/>
                <a:latin typeface="+mn-ea"/>
                <a:ea typeface="+mn-ea"/>
                <a:cs typeface="+mj-cs"/>
              </a:rPr>
              <a:t>前言</a:t>
            </a:r>
            <a:endParaRPr kumimoji="0" lang="zh-CN" altLang="en-US" sz="2400" b="1" i="0" u="none" strike="noStrike" kern="0" cap="none" spc="0" normalizeH="0" baseline="0" noProof="0" dirty="0">
              <a:ln>
                <a:noFill/>
              </a:ln>
              <a:solidFill>
                <a:schemeClr val="tx2"/>
              </a:solidFill>
              <a:effectLst/>
              <a:uLnTx/>
              <a:uFillTx/>
              <a:latin typeface="+mn-ea"/>
              <a:ea typeface="+mn-ea"/>
              <a:cs typeface="+mj-cs"/>
            </a:endParaRPr>
          </a:p>
        </p:txBody>
      </p:sp>
      <p:sp>
        <p:nvSpPr>
          <p:cNvPr id="28677" name="文本框 9"/>
          <p:cNvSpPr txBox="1">
            <a:spLocks noChangeArrowheads="1"/>
          </p:cNvSpPr>
          <p:nvPr/>
        </p:nvSpPr>
        <p:spPr bwMode="auto">
          <a:xfrm>
            <a:off x="758825" y="1058863"/>
            <a:ext cx="7634288"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lnSpc>
                <a:spcPct val="150000"/>
              </a:lnSpc>
              <a:buClrTx/>
              <a:buSzTx/>
              <a:buFontTx/>
              <a:buNone/>
              <a:defRPr/>
            </a:pPr>
            <a:r>
              <a:rPr kumimoji="0" lang="en-US" altLang="zh-CN" sz="2000" kern="1200" cap="none" spc="0" normalizeH="0" baseline="0" noProof="0" dirty="0">
                <a:solidFill>
                  <a:schemeClr val="accent2"/>
                </a:solidFill>
                <a:latin typeface="+mn-ea"/>
                <a:ea typeface="+mn-ea"/>
                <a:cs typeface="+mn-cs"/>
              </a:rPr>
              <a:t>    </a:t>
            </a:r>
            <a:r>
              <a:rPr kumimoji="0" lang="zh-CN" altLang="en-US" sz="2000" kern="1200" cap="none" spc="0" normalizeH="0" baseline="0" noProof="0" dirty="0">
                <a:solidFill>
                  <a:schemeClr val="accent2"/>
                </a:solidFill>
                <a:latin typeface="+mn-ea"/>
                <a:ea typeface="+mn-ea"/>
                <a:cs typeface="+mn-cs"/>
              </a:rPr>
              <a:t>本次培训的目的是让大家学会如何正确使用二次开发接口。将介绍二次开发接口的使用应遵循哪些规则，并用实例来说明。</a:t>
            </a:r>
            <a:endParaRPr kumimoji="0" lang="en-US" altLang="zh-CN" sz="2000" kern="1200" cap="none" spc="0" normalizeH="0" baseline="0" noProof="0" dirty="0">
              <a:solidFill>
                <a:schemeClr val="accent2"/>
              </a:solidFill>
              <a:latin typeface="+mn-ea"/>
              <a:ea typeface="+mn-ea"/>
              <a:cs typeface="+mn-cs"/>
            </a:endParaRPr>
          </a:p>
          <a:p>
            <a:pPr marR="0" defTabSz="914400">
              <a:lnSpc>
                <a:spcPct val="150000"/>
              </a:lnSpc>
              <a:buClrTx/>
              <a:buSzTx/>
              <a:buFontTx/>
              <a:buNone/>
              <a:defRPr/>
            </a:pPr>
            <a:r>
              <a:rPr kumimoji="0" lang="en-US" altLang="zh-CN" sz="2000" kern="1200" cap="none" spc="0" normalizeH="0" baseline="0" noProof="0" dirty="0">
                <a:solidFill>
                  <a:schemeClr val="accent2"/>
                </a:solidFill>
                <a:latin typeface="+mn-ea"/>
                <a:ea typeface="+mn-ea"/>
                <a:cs typeface="+mn-cs"/>
              </a:rPr>
              <a:t>    </a:t>
            </a:r>
            <a:r>
              <a:rPr kumimoji="0" lang="zh-CN" altLang="en-US" sz="2000" kern="1200" cap="none" spc="0" normalizeH="0" baseline="0" noProof="0" dirty="0">
                <a:solidFill>
                  <a:schemeClr val="accent2"/>
                </a:solidFill>
                <a:latin typeface="+mn-ea"/>
                <a:ea typeface="+mn-ea"/>
                <a:cs typeface="+mn-cs"/>
              </a:rPr>
              <a:t>本次培训适合有一定编程基础的人。</a:t>
            </a:r>
            <a:endParaRPr kumimoji="0" lang="en-US" altLang="zh-CN" sz="2000" kern="1200" cap="none" spc="0" normalizeH="0" baseline="0" noProof="0" dirty="0">
              <a:solidFill>
                <a:schemeClr val="accent2"/>
              </a:solidFill>
              <a:latin typeface="+mn-ea"/>
              <a:ea typeface="+mn-ea"/>
              <a:cs typeface="+mn-cs"/>
            </a:endParaRPr>
          </a:p>
          <a:p>
            <a:pPr marR="0" defTabSz="914400">
              <a:lnSpc>
                <a:spcPct val="150000"/>
              </a:lnSpc>
              <a:buClrTx/>
              <a:buSzTx/>
              <a:buFontTx/>
              <a:buNone/>
              <a:defRPr/>
            </a:pPr>
            <a:r>
              <a:rPr kumimoji="0" lang="zh-CN" altLang="en-US" sz="2000" kern="1200" cap="none" spc="0" normalizeH="0" baseline="0" noProof="0" dirty="0">
                <a:solidFill>
                  <a:schemeClr val="accent2"/>
                </a:solidFill>
                <a:latin typeface="+mn-ea"/>
                <a:ea typeface="微软雅黑" panose="020B0503020204020204" pitchFamily="34" charset="-122"/>
                <a:cs typeface="+mn-cs"/>
              </a:rPr>
              <a:t>    </a:t>
            </a:r>
            <a:r>
              <a:rPr kumimoji="0" lang="zh-CN" altLang="en-US" sz="2000" kern="1200" cap="none" spc="0" normalizeH="0" baseline="0" noProof="0" dirty="0">
                <a:solidFill>
                  <a:schemeClr val="accent2"/>
                </a:solidFill>
                <a:latin typeface="+mn-ea"/>
                <a:ea typeface="+mn-ea"/>
                <a:cs typeface="+mn-cs"/>
              </a:rPr>
              <a:t>本次培训会教大家使用和查阅华数</a:t>
            </a:r>
            <a:r>
              <a:rPr kumimoji="0" lang="en-US" altLang="zh-CN" sz="2000" kern="1200" cap="none" spc="0" normalizeH="0" baseline="0" noProof="0" dirty="0">
                <a:solidFill>
                  <a:schemeClr val="accent2"/>
                </a:solidFill>
                <a:latin typeface="+mn-ea"/>
                <a:ea typeface="+mn-ea"/>
                <a:cs typeface="+mn-cs"/>
              </a:rPr>
              <a:t>Ⅲ</a:t>
            </a:r>
            <a:r>
              <a:rPr kumimoji="0" lang="zh-CN" altLang="en-US" sz="2000" kern="1200" cap="none" spc="0" normalizeH="0" baseline="0" noProof="0" dirty="0">
                <a:solidFill>
                  <a:schemeClr val="accent2"/>
                </a:solidFill>
                <a:latin typeface="+mn-ea"/>
                <a:ea typeface="+mn-ea"/>
                <a:cs typeface="+mn-cs"/>
              </a:rPr>
              <a:t>型二次开发的相关参考资料，不会将所有的华数</a:t>
            </a:r>
            <a:r>
              <a:rPr kumimoji="0" lang="en-US" altLang="zh-CN" sz="2000" kern="1200" cap="none" spc="0" normalizeH="0" baseline="0" noProof="0" dirty="0">
                <a:solidFill>
                  <a:schemeClr val="accent2"/>
                </a:solidFill>
                <a:latin typeface="+mn-ea"/>
                <a:ea typeface="+mn-ea"/>
                <a:cs typeface="+mn-cs"/>
              </a:rPr>
              <a:t>Ⅲ</a:t>
            </a:r>
            <a:r>
              <a:rPr kumimoji="0" lang="zh-CN" altLang="en-US" sz="2000" kern="1200" cap="none" spc="0" normalizeH="0" baseline="0" noProof="0" dirty="0">
                <a:solidFill>
                  <a:schemeClr val="accent2"/>
                </a:solidFill>
                <a:latin typeface="+mn-ea"/>
                <a:ea typeface="+mn-ea"/>
                <a:cs typeface="+mn-cs"/>
              </a:rPr>
              <a:t>型二次开发接口都讲解一遍，而主要是讲解接口使用规则，并对其他参考资料尚不明晰的事项作补充说明。</a:t>
            </a:r>
            <a:endParaRPr kumimoji="0" lang="en-US" altLang="zh-CN" sz="2000" kern="1200" cap="none" spc="0" normalizeH="0" baseline="0" noProof="0" dirty="0">
              <a:solidFill>
                <a:schemeClr val="accent2"/>
              </a:solidFill>
              <a:latin typeface="+mn-ea"/>
              <a:ea typeface="+mn-ea"/>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3072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28676" name="Rectangle 308"/>
          <p:cNvSpPr>
            <a:spLocks noGrp="1" noChangeArrowheads="1"/>
          </p:cNvSpPr>
          <p:nvPr>
            <p:ph type="ctrTitle"/>
          </p:nvPr>
        </p:nvSpPr>
        <p:spPr bwMode="auto">
          <a:xfrm>
            <a:off x="396875" y="79375"/>
            <a:ext cx="8358188" cy="508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chemeClr val="tx2"/>
                </a:solidFill>
                <a:effectLst/>
                <a:uLnTx/>
                <a:uFillTx/>
                <a:latin typeface="+mn-ea"/>
                <a:ea typeface="+mn-ea"/>
                <a:cs typeface="+mj-cs"/>
              </a:rPr>
              <a:t>前言</a:t>
            </a:r>
            <a:endParaRPr kumimoji="0" lang="zh-CN" altLang="en-US" sz="2400" b="1" i="0" u="none" strike="noStrike" kern="0" cap="none" spc="0" normalizeH="0" baseline="0" noProof="0" dirty="0">
              <a:ln>
                <a:noFill/>
              </a:ln>
              <a:solidFill>
                <a:schemeClr val="tx2"/>
              </a:solidFill>
              <a:effectLst/>
              <a:uLnTx/>
              <a:uFillTx/>
              <a:latin typeface="+mn-ea"/>
              <a:ea typeface="+mn-ea"/>
              <a:cs typeface="+mj-cs"/>
            </a:endParaRPr>
          </a:p>
        </p:txBody>
      </p:sp>
      <p:sp>
        <p:nvSpPr>
          <p:cNvPr id="6" name="矩形 5"/>
          <p:cNvSpPr/>
          <p:nvPr/>
        </p:nvSpPr>
        <p:spPr>
          <a:xfrm>
            <a:off x="1189038" y="893763"/>
            <a:ext cx="7043738" cy="3324225"/>
          </a:xfrm>
          <a:prstGeom prst="rect">
            <a:avLst/>
          </a:prstGeom>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accent2"/>
                </a:solidFill>
                <a:effectLst/>
                <a:uLnTx/>
                <a:uFillTx/>
                <a:latin typeface="+mn-ea"/>
                <a:ea typeface="+mn-ea"/>
                <a:cs typeface="+mn-cs"/>
              </a:rPr>
              <a:t>如何正确使用二次开发接口：</a:t>
            </a:r>
            <a:endParaRPr kumimoji="0" lang="en-US" altLang="zh-CN" sz="2000" b="0" i="0" u="none" strike="noStrike" kern="1200" cap="none" spc="0" normalizeH="0" baseline="0" noProof="0" dirty="0">
              <a:ln>
                <a:noFill/>
              </a:ln>
              <a:solidFill>
                <a:schemeClr val="accent2"/>
              </a:solidFill>
              <a:effectLst/>
              <a:uLnTx/>
              <a:uFillTx/>
              <a:latin typeface="+mn-ea"/>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accent2"/>
                </a:solidFill>
                <a:effectLst/>
                <a:uLnTx/>
                <a:uFillTx/>
                <a:latin typeface="+mn-ea"/>
                <a:ea typeface="+mn-ea"/>
                <a:cs typeface="+mn-cs"/>
              </a:rPr>
              <a:t>1.</a:t>
            </a:r>
            <a:r>
              <a:rPr kumimoji="0" lang="zh-CN" altLang="en-US" sz="2000" b="0" i="0" u="none" strike="noStrike" kern="1200" cap="none" spc="0" normalizeH="0" baseline="0" noProof="0" dirty="0">
                <a:ln>
                  <a:noFill/>
                </a:ln>
                <a:solidFill>
                  <a:schemeClr val="accent2"/>
                </a:solidFill>
                <a:effectLst/>
                <a:uLnTx/>
                <a:uFillTx/>
                <a:latin typeface="+mn-ea"/>
                <a:ea typeface="+mn-ea"/>
                <a:cs typeface="+mn-cs"/>
              </a:rPr>
              <a:t>给接口传递正确的参数</a:t>
            </a:r>
            <a:endParaRPr kumimoji="0" lang="en-US" altLang="zh-CN" sz="2000" b="0" i="0" u="none" strike="noStrike" kern="1200" cap="none" spc="0" normalizeH="0" baseline="0" noProof="0" dirty="0">
              <a:ln>
                <a:noFill/>
              </a:ln>
              <a:solidFill>
                <a:schemeClr val="accent2"/>
              </a:solidFill>
              <a:effectLst/>
              <a:uLnTx/>
              <a:uFillTx/>
              <a:latin typeface="+mn-ea"/>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accent2"/>
                </a:solidFill>
                <a:effectLst/>
                <a:uLnTx/>
                <a:uFillTx/>
                <a:latin typeface="+mn-ea"/>
                <a:ea typeface="+mn-ea"/>
                <a:cs typeface="+mn-cs"/>
              </a:rPr>
              <a:t>    </a:t>
            </a:r>
            <a:r>
              <a:rPr kumimoji="0" lang="zh-CN" altLang="en-US" sz="2000" b="0" i="0" u="none" strike="noStrike" kern="1200" cap="none" spc="0" normalizeH="0" baseline="0" noProof="0" dirty="0">
                <a:ln>
                  <a:noFill/>
                </a:ln>
                <a:solidFill>
                  <a:schemeClr val="accent2"/>
                </a:solidFill>
                <a:effectLst/>
                <a:uLnTx/>
                <a:uFillTx/>
                <a:latin typeface="+mn-ea"/>
                <a:ea typeface="+mn-ea"/>
                <a:cs typeface="+mn-cs"/>
              </a:rPr>
              <a:t>①查找二次开发接口使用文档得到参数类型</a:t>
            </a:r>
            <a:endParaRPr kumimoji="0" lang="en-US" altLang="zh-CN" sz="2000" b="0" i="0" u="none" strike="noStrike" kern="1200" cap="none" spc="0" normalizeH="0" baseline="0" noProof="0" dirty="0">
              <a:ln>
                <a:noFill/>
              </a:ln>
              <a:solidFill>
                <a:schemeClr val="accent2"/>
              </a:solidFill>
              <a:effectLst/>
              <a:uLnTx/>
              <a:uFillTx/>
              <a:latin typeface="+mn-ea"/>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accent2"/>
                </a:solidFill>
                <a:effectLst/>
                <a:uLnTx/>
                <a:uFillTx/>
                <a:latin typeface="+mn-ea"/>
                <a:ea typeface="+mn-ea"/>
                <a:cs typeface="+mn-cs"/>
              </a:rPr>
              <a:t>    </a:t>
            </a:r>
            <a:r>
              <a:rPr kumimoji="0" lang="zh-CN" altLang="en-US" sz="2000" b="0" i="0" u="none" strike="noStrike" kern="1200" cap="none" spc="0" normalizeH="0" baseline="0" noProof="0" dirty="0">
                <a:ln>
                  <a:noFill/>
                </a:ln>
                <a:solidFill>
                  <a:schemeClr val="accent2"/>
                </a:solidFill>
                <a:effectLst/>
                <a:uLnTx/>
                <a:uFillTx/>
                <a:latin typeface="+mn-ea"/>
                <a:ea typeface="+mn-ea"/>
                <a:cs typeface="+mn-cs"/>
              </a:rPr>
              <a:t>②查找相关参考资料，传递正确的参数</a:t>
            </a:r>
            <a:endParaRPr kumimoji="0" lang="en-US" altLang="zh-CN" sz="2000" b="0" i="0" u="none" strike="noStrike" kern="1200" cap="none" spc="0" normalizeH="0" baseline="0" noProof="0" dirty="0">
              <a:ln>
                <a:noFill/>
              </a:ln>
              <a:solidFill>
                <a:schemeClr val="accent2"/>
              </a:solidFill>
              <a:effectLst/>
              <a:uLnTx/>
              <a:uFillTx/>
              <a:latin typeface="+mn-ea"/>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accent2"/>
                </a:solidFill>
                <a:effectLst/>
                <a:uLnTx/>
                <a:uFillTx/>
                <a:latin typeface="+mn-ea"/>
                <a:ea typeface="+mn-ea"/>
                <a:cs typeface="+mn-cs"/>
              </a:rPr>
              <a:t>2.</a:t>
            </a:r>
            <a:r>
              <a:rPr kumimoji="0" lang="zh-CN" altLang="en-US" sz="2000" b="0" i="0" u="none" strike="noStrike" kern="1200" cap="none" spc="0" normalizeH="0" baseline="0" noProof="0" dirty="0">
                <a:ln>
                  <a:noFill/>
                </a:ln>
                <a:solidFill>
                  <a:schemeClr val="accent2"/>
                </a:solidFill>
                <a:effectLst/>
                <a:uLnTx/>
                <a:uFillTx/>
                <a:latin typeface="+mn-ea"/>
                <a:ea typeface="+mn-ea"/>
                <a:cs typeface="+mn-cs"/>
              </a:rPr>
              <a:t>遵循系统的规则（二次开发接口的使用规则）</a:t>
            </a:r>
            <a:endParaRPr kumimoji="0" lang="en-US" altLang="zh-CN" sz="2000" b="0" i="0" u="none" strike="noStrike" kern="1200" cap="none" spc="0" normalizeH="0" baseline="0" noProof="0" dirty="0">
              <a:ln>
                <a:noFill/>
              </a:ln>
              <a:solidFill>
                <a:schemeClr val="accent2"/>
              </a:solidFill>
              <a:effectLst/>
              <a:uLnTx/>
              <a:uFillTx/>
              <a:latin typeface="+mn-ea"/>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accent2"/>
                </a:solidFill>
                <a:effectLst/>
                <a:uLnTx/>
                <a:uFillTx/>
                <a:latin typeface="+mn-ea"/>
                <a:ea typeface="+mn-ea"/>
                <a:cs typeface="+mn-cs"/>
              </a:rPr>
              <a:t>    </a:t>
            </a:r>
            <a:r>
              <a:rPr kumimoji="0" lang="zh-CN" altLang="en-US" sz="2000" b="0" i="0" u="none" strike="noStrike" kern="1200" cap="none" spc="0" normalizeH="0" baseline="0" noProof="0" dirty="0">
                <a:ln>
                  <a:noFill/>
                </a:ln>
                <a:solidFill>
                  <a:schemeClr val="accent2"/>
                </a:solidFill>
                <a:effectLst/>
                <a:uLnTx/>
                <a:uFillTx/>
                <a:latin typeface="+mn-ea"/>
                <a:ea typeface="+mn-ea"/>
                <a:cs typeface="+mn-cs"/>
              </a:rPr>
              <a:t>①明确系统有哪些规则</a:t>
            </a:r>
            <a:endParaRPr kumimoji="0" lang="en-US" altLang="zh-CN" sz="2000" b="0" i="0" u="none" strike="noStrike" kern="1200" cap="none" spc="0" normalizeH="0" baseline="0" noProof="0" dirty="0">
              <a:ln>
                <a:noFill/>
              </a:ln>
              <a:solidFill>
                <a:schemeClr val="accent2"/>
              </a:solidFill>
              <a:effectLst/>
              <a:uLnTx/>
              <a:uFillTx/>
              <a:latin typeface="+mn-ea"/>
              <a:ea typeface="+mn-ea"/>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chemeClr val="accent2"/>
                </a:solidFill>
                <a:effectLst/>
                <a:uLnTx/>
                <a:uFillTx/>
                <a:latin typeface="+mn-ea"/>
                <a:ea typeface="+mn-ea"/>
                <a:cs typeface="+mn-cs"/>
              </a:rPr>
              <a:t>    </a:t>
            </a:r>
            <a:r>
              <a:rPr kumimoji="0" lang="zh-CN" altLang="en-US" sz="2000" b="0" i="0" u="none" strike="noStrike" kern="1200" cap="none" spc="0" normalizeH="0" baseline="0" noProof="0" dirty="0">
                <a:ln>
                  <a:noFill/>
                </a:ln>
                <a:solidFill>
                  <a:schemeClr val="accent2"/>
                </a:solidFill>
                <a:effectLst/>
                <a:uLnTx/>
                <a:uFillTx/>
                <a:latin typeface="+mn-ea"/>
                <a:ea typeface="+mn-ea"/>
                <a:cs typeface="+mn-cs"/>
              </a:rPr>
              <a:t>②熟悉并严格遵守上述规则</a:t>
            </a:r>
            <a:endParaRPr kumimoji="0" lang="en-US" altLang="zh-CN" sz="2000" b="0" i="0" u="none" strike="noStrike" kern="1200" cap="none" spc="0" normalizeH="0" baseline="0" noProof="0" dirty="0">
              <a:ln>
                <a:noFill/>
              </a:ln>
              <a:solidFill>
                <a:schemeClr val="accent2"/>
              </a:solidFill>
              <a:effectLst/>
              <a:uLnTx/>
              <a:uFillTx/>
              <a:latin typeface="+mn-ea"/>
              <a:ea typeface="+mn-ea"/>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7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3277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28676" name="Rectangle 308"/>
          <p:cNvSpPr>
            <a:spLocks noGrp="1" noChangeArrowheads="1"/>
          </p:cNvSpPr>
          <p:nvPr>
            <p:ph type="ctrTitle"/>
          </p:nvPr>
        </p:nvSpPr>
        <p:spPr bwMode="auto">
          <a:xfrm>
            <a:off x="354013" y="79375"/>
            <a:ext cx="8380413" cy="508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chemeClr val="tx2"/>
                </a:solidFill>
                <a:effectLst/>
                <a:uLnTx/>
                <a:uFillTx/>
                <a:latin typeface="+mn-ea"/>
                <a:ea typeface="+mn-ea"/>
                <a:cs typeface="+mj-cs"/>
              </a:rPr>
              <a:t>大纲</a:t>
            </a:r>
            <a:endParaRPr kumimoji="0" lang="zh-CN" altLang="en-US" sz="2400" b="1" i="0" u="none" strike="noStrike" kern="0" cap="none" spc="0" normalizeH="0" baseline="0" noProof="0" dirty="0">
              <a:ln>
                <a:noFill/>
              </a:ln>
              <a:solidFill>
                <a:schemeClr val="tx2"/>
              </a:solidFill>
              <a:effectLst/>
              <a:uLnTx/>
              <a:uFillTx/>
              <a:latin typeface="+mn-ea"/>
              <a:ea typeface="+mn-ea"/>
              <a:cs typeface="+mj-cs"/>
            </a:endParaRPr>
          </a:p>
        </p:txBody>
      </p:sp>
      <p:sp>
        <p:nvSpPr>
          <p:cNvPr id="6" name="文本框 5"/>
          <p:cNvSpPr txBox="1"/>
          <p:nvPr/>
        </p:nvSpPr>
        <p:spPr>
          <a:xfrm>
            <a:off x="984250" y="661988"/>
            <a:ext cx="6659563" cy="4248150"/>
          </a:xfrm>
          <a:prstGeom prst="rect">
            <a:avLst/>
          </a:prstGeom>
          <a:noFill/>
        </p:spPr>
        <p:txBody>
          <a:bodyPr>
            <a:spAutoFit/>
          </a:bodyPr>
          <a:lstStyle/>
          <a:p>
            <a:pPr marL="285750" marR="0" indent="-285750" defTabSz="914400">
              <a:lnSpc>
                <a:spcPct val="150000"/>
              </a:lnSpc>
              <a:buClrTx/>
              <a:buSzTx/>
              <a:buFont typeface="Arial" panose="020B0604020202020204" pitchFamily="34" charset="0"/>
              <a:buChar char="•"/>
              <a:defRPr/>
            </a:pPr>
            <a:r>
              <a:rPr kumimoji="0" lang="en-US" altLang="zh-CN" kern="1200" cap="none" spc="0" normalizeH="0" baseline="0" noProof="0" dirty="0">
                <a:solidFill>
                  <a:schemeClr val="accent2"/>
                </a:solidFill>
                <a:latin typeface="+mn-ea"/>
                <a:ea typeface="+mn-ea"/>
                <a:cs typeface="+mn-cs"/>
              </a:rPr>
              <a:t>1.</a:t>
            </a:r>
            <a:r>
              <a:rPr kumimoji="0" lang="zh-CN" altLang="en-US" kern="1200" cap="none" spc="0" normalizeH="0" baseline="0" noProof="0" dirty="0">
                <a:solidFill>
                  <a:schemeClr val="accent2"/>
                </a:solidFill>
                <a:latin typeface="+mn-ea"/>
                <a:ea typeface="+mn-ea"/>
                <a:cs typeface="+mn-cs"/>
              </a:rPr>
              <a:t>华数</a:t>
            </a:r>
            <a:r>
              <a:rPr kumimoji="0" lang="en-US" altLang="zh-CN" kern="1200" cap="none" spc="0" normalizeH="0" baseline="0" noProof="0" dirty="0">
                <a:solidFill>
                  <a:schemeClr val="accent2"/>
                </a:solidFill>
                <a:latin typeface="+mn-ea"/>
                <a:ea typeface="+mn-ea"/>
                <a:cs typeface="+mn-cs"/>
              </a:rPr>
              <a:t>Ⅲ</a:t>
            </a:r>
            <a:r>
              <a:rPr kumimoji="0" lang="zh-CN" altLang="en-US" kern="1200" cap="none" spc="0" normalizeH="0" baseline="0" noProof="0" dirty="0">
                <a:solidFill>
                  <a:schemeClr val="accent2"/>
                </a:solidFill>
                <a:latin typeface="+mn-ea"/>
                <a:ea typeface="+mn-ea"/>
                <a:cs typeface="+mn-cs"/>
              </a:rPr>
              <a:t>型二次开发接口的结构</a:t>
            </a:r>
            <a:endParaRPr kumimoji="0" lang="en-US" altLang="zh-CN" kern="1200" cap="none" spc="0" normalizeH="0" baseline="0" noProof="0" dirty="0">
              <a:solidFill>
                <a:schemeClr val="accent2"/>
              </a:solidFill>
              <a:latin typeface="+mn-ea"/>
              <a:ea typeface="+mn-ea"/>
              <a:cs typeface="+mn-cs"/>
            </a:endParaRPr>
          </a:p>
          <a:p>
            <a:pPr marL="285750" marR="0" indent="-285750" defTabSz="914400">
              <a:lnSpc>
                <a:spcPct val="150000"/>
              </a:lnSpc>
              <a:buClrTx/>
              <a:buSzTx/>
              <a:buFont typeface="Arial" panose="020B0604020202020204" pitchFamily="34" charset="0"/>
              <a:buChar char="•"/>
              <a:defRPr/>
            </a:pPr>
            <a:r>
              <a:rPr kumimoji="0" lang="en-US" altLang="zh-CN" kern="1200" cap="none" spc="0" normalizeH="0" baseline="0" noProof="0" dirty="0">
                <a:solidFill>
                  <a:schemeClr val="accent2"/>
                </a:solidFill>
                <a:latin typeface="+mn-ea"/>
                <a:ea typeface="+mn-ea"/>
                <a:cs typeface="+mn-cs"/>
              </a:rPr>
              <a:t>2.</a:t>
            </a:r>
            <a:r>
              <a:rPr kumimoji="0" lang="zh-CN" altLang="en-US" kern="1200" cap="none" spc="0" normalizeH="0" baseline="0" noProof="0" dirty="0">
                <a:solidFill>
                  <a:schemeClr val="accent2"/>
                </a:solidFill>
                <a:latin typeface="+mn-ea"/>
                <a:ea typeface="+mn-ea"/>
                <a:cs typeface="+mn-cs"/>
              </a:rPr>
              <a:t>参考资料介绍</a:t>
            </a:r>
            <a:endParaRPr kumimoji="0" lang="en-US" altLang="zh-CN" kern="1200" cap="none" spc="0" normalizeH="0" baseline="0" noProof="0" dirty="0">
              <a:solidFill>
                <a:schemeClr val="accent2"/>
              </a:solidFill>
              <a:latin typeface="+mn-ea"/>
              <a:ea typeface="+mn-ea"/>
              <a:cs typeface="+mn-cs"/>
            </a:endParaRPr>
          </a:p>
          <a:p>
            <a:pPr marL="285750" marR="0" indent="-285750" defTabSz="914400">
              <a:lnSpc>
                <a:spcPct val="150000"/>
              </a:lnSpc>
              <a:buClrTx/>
              <a:buSzTx/>
              <a:buFont typeface="Arial" panose="020B0604020202020204" pitchFamily="34" charset="0"/>
              <a:buChar char="•"/>
              <a:defRPr/>
            </a:pPr>
            <a:r>
              <a:rPr kumimoji="0" lang="en-US" altLang="zh-CN" kern="1200" cap="none" spc="0" normalizeH="0" baseline="0" noProof="0" dirty="0">
                <a:solidFill>
                  <a:schemeClr val="accent2"/>
                </a:solidFill>
                <a:latin typeface="+mn-ea"/>
                <a:ea typeface="+mn-ea"/>
                <a:cs typeface="+mn-cs"/>
              </a:rPr>
              <a:t>3.</a:t>
            </a:r>
            <a:r>
              <a:rPr kumimoji="0" lang="zh-CN" altLang="en-US" kern="1200" cap="none" spc="0" normalizeH="0" baseline="0" noProof="0" dirty="0">
                <a:solidFill>
                  <a:schemeClr val="accent2"/>
                </a:solidFill>
                <a:latin typeface="+mn-ea"/>
                <a:ea typeface="+mn-ea"/>
                <a:cs typeface="+mn-cs"/>
              </a:rPr>
              <a:t>示例</a:t>
            </a:r>
            <a:endParaRPr kumimoji="0" lang="en-US" altLang="zh-CN" kern="1200" cap="none" spc="0" normalizeH="0" baseline="0" noProof="0" dirty="0">
              <a:solidFill>
                <a:schemeClr val="accent2"/>
              </a:solidFill>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3-1.</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连接</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3-2.</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响应系统报警</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3-3.</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运动</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1200150" marR="0" lvl="2"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3-3-1</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单轴运动</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1200150" marR="0" lvl="2"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3-3-2</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运动到点</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3-4.</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自动运行</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3-5.</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采集</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3481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28676" name="Rectangle 308"/>
          <p:cNvSpPr>
            <a:spLocks noGrp="1" noChangeArrowheads="1"/>
          </p:cNvSpPr>
          <p:nvPr>
            <p:ph type="ctrTitle"/>
          </p:nvPr>
        </p:nvSpPr>
        <p:spPr bwMode="auto">
          <a:xfrm>
            <a:off x="349250" y="79375"/>
            <a:ext cx="8370888" cy="508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chemeClr val="tx2"/>
                </a:solidFill>
                <a:effectLst/>
                <a:uLnTx/>
                <a:uFillTx/>
                <a:latin typeface="+mn-ea"/>
                <a:ea typeface="+mn-ea"/>
                <a:cs typeface="+mj-cs"/>
              </a:rPr>
              <a:t>大纲</a:t>
            </a:r>
            <a:endParaRPr kumimoji="0" lang="zh-CN" altLang="en-US" sz="2400" b="1" i="0" u="none" strike="noStrike" kern="0" cap="none" spc="0" normalizeH="0" baseline="0" noProof="0" dirty="0">
              <a:ln>
                <a:noFill/>
              </a:ln>
              <a:solidFill>
                <a:schemeClr val="tx2"/>
              </a:solidFill>
              <a:effectLst/>
              <a:uLnTx/>
              <a:uFillTx/>
              <a:latin typeface="+mn-ea"/>
              <a:ea typeface="+mn-ea"/>
              <a:cs typeface="+mj-cs"/>
            </a:endParaRPr>
          </a:p>
        </p:txBody>
      </p:sp>
      <p:sp>
        <p:nvSpPr>
          <p:cNvPr id="7" name="矩形 6"/>
          <p:cNvSpPr/>
          <p:nvPr/>
        </p:nvSpPr>
        <p:spPr>
          <a:xfrm>
            <a:off x="971550" y="690563"/>
            <a:ext cx="6096000" cy="3416300"/>
          </a:xfrm>
          <a:prstGeom prst="rect">
            <a:avLst/>
          </a:prstGeom>
        </p:spPr>
        <p:txBody>
          <a:bodyPr>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二次开发接口补充说明</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4-1. </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通信接口</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4-2. </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运动功能</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4-3. </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系统功能</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4-4. </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程序运行功能</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4-5. </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变量操作功能</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4-6. </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采集功能</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800" b="0" i="0" u="none" strike="noStrike" kern="1200" cap="none" spc="0" normalizeH="0" baseline="0" noProof="0" dirty="0">
                <a:ln>
                  <a:noFill/>
                </a:ln>
                <a:solidFill>
                  <a:schemeClr val="accent2"/>
                </a:solidFill>
                <a:effectLst/>
                <a:uLnTx/>
                <a:uFillTx/>
                <a:latin typeface="+mn-ea"/>
                <a:ea typeface="+mn-ea"/>
                <a:cs typeface="+mn-cs"/>
              </a:rPr>
              <a:t>4-7. IO</a:t>
            </a:r>
            <a:r>
              <a:rPr kumimoji="0" lang="zh-CN" altLang="en-US" sz="1800" b="0" i="0" u="none" strike="noStrike" kern="1200" cap="none" spc="0" normalizeH="0" baseline="0" noProof="0" dirty="0">
                <a:ln>
                  <a:noFill/>
                </a:ln>
                <a:solidFill>
                  <a:schemeClr val="accent2"/>
                </a:solidFill>
                <a:effectLst/>
                <a:uLnTx/>
                <a:uFillTx/>
                <a:latin typeface="+mn-ea"/>
                <a:ea typeface="+mn-ea"/>
                <a:cs typeface="+mn-cs"/>
              </a:rPr>
              <a:t>功能</a:t>
            </a:r>
            <a:endParaRPr kumimoji="0" lang="en-US" altLang="zh-CN" sz="1800" b="0" i="0" u="none" strike="noStrike" kern="1200" cap="none" spc="0" normalizeH="0" baseline="0" noProof="0" dirty="0">
              <a:ln>
                <a:noFill/>
              </a:ln>
              <a:solidFill>
                <a:schemeClr val="accent2"/>
              </a:solidFill>
              <a:effectLst/>
              <a:uLnTx/>
              <a:uFillTx/>
              <a:latin typeface="+mn-ea"/>
              <a:ea typeface="+mn-ea"/>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3686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30724" name="Rectangle 308"/>
          <p:cNvSpPr>
            <a:spLocks noGrp="1" noChangeArrowheads="1"/>
          </p:cNvSpPr>
          <p:nvPr>
            <p:ph type="ctrTitle"/>
          </p:nvPr>
        </p:nvSpPr>
        <p:spPr bwMode="auto">
          <a:xfrm>
            <a:off x="323850" y="79375"/>
            <a:ext cx="8431213" cy="508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n-ea"/>
                <a:cs typeface="+mj-cs"/>
              </a:rPr>
              <a:t>1.</a:t>
            </a:r>
            <a:r>
              <a:rPr kumimoji="0" lang="zh-CN" altLang="en-US" sz="2400" b="1" i="0" u="none" strike="noStrike" kern="0" cap="none" spc="0" normalizeH="0" baseline="0" noProof="0" dirty="0">
                <a:ln>
                  <a:noFill/>
                </a:ln>
                <a:solidFill>
                  <a:schemeClr val="tx2"/>
                </a:solidFill>
                <a:effectLst/>
                <a:uLnTx/>
                <a:uFillTx/>
                <a:latin typeface="+mn-ea"/>
                <a:ea typeface="+mn-ea"/>
                <a:cs typeface="+mj-cs"/>
              </a:rPr>
              <a:t>二次开发接口的结构</a:t>
            </a:r>
            <a:endParaRPr kumimoji="0" lang="zh-CN" altLang="en-US" sz="2400" b="1" i="0" u="none" strike="noStrike" kern="0" cap="none" spc="0" normalizeH="0" baseline="0" noProof="0" dirty="0">
              <a:ln>
                <a:noFill/>
              </a:ln>
              <a:solidFill>
                <a:schemeClr val="tx2"/>
              </a:solidFill>
              <a:effectLst/>
              <a:uLnTx/>
              <a:uFillTx/>
              <a:latin typeface="+mn-ea"/>
              <a:ea typeface="+mn-ea"/>
              <a:cs typeface="+mj-cs"/>
            </a:endParaRPr>
          </a:p>
        </p:txBody>
      </p:sp>
      <p:sp>
        <p:nvSpPr>
          <p:cNvPr id="7" name="矩形 6"/>
          <p:cNvSpPr/>
          <p:nvPr/>
        </p:nvSpPr>
        <p:spPr>
          <a:xfrm>
            <a:off x="960438" y="700088"/>
            <a:ext cx="5886450" cy="496888"/>
          </a:xfrm>
          <a:prstGeom prst="rect">
            <a:avLst/>
          </a:prstGeom>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rPr>
              <a:t>完整</a:t>
            </a:r>
            <a:r>
              <a:rPr kumimoji="0" lang="zh-CN" altLang="en-US" sz="200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rPr>
              <a:t>的二次开发接口包应该包括：</a:t>
            </a:r>
            <a:endParaRPr kumimoji="0" lang="en-US" altLang="zh-CN" sz="200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endParaRPr>
          </a:p>
        </p:txBody>
      </p:sp>
      <p:pic>
        <p:nvPicPr>
          <p:cNvPr id="36870" name="图片 7"/>
          <p:cNvPicPr>
            <a:picLocks noChangeAspect="1"/>
          </p:cNvPicPr>
          <p:nvPr/>
        </p:nvPicPr>
        <p:blipFill>
          <a:blip r:embed="rId2"/>
          <a:stretch>
            <a:fillRect/>
          </a:stretch>
        </p:blipFill>
        <p:spPr>
          <a:xfrm>
            <a:off x="960438" y="1420813"/>
            <a:ext cx="6797675" cy="3332162"/>
          </a:xfrm>
          <a:prstGeom prst="rect">
            <a:avLst/>
          </a:prstGeom>
          <a:noFill/>
          <a:ln w="9525">
            <a:noFill/>
          </a:ln>
        </p:spPr>
      </p:pic>
      <p:sp>
        <p:nvSpPr>
          <p:cNvPr id="36871" name="文本框 8"/>
          <p:cNvSpPr txBox="1"/>
          <p:nvPr/>
        </p:nvSpPr>
        <p:spPr>
          <a:xfrm>
            <a:off x="5070475" y="1600200"/>
            <a:ext cx="2346325" cy="369888"/>
          </a:xfrm>
          <a:prstGeom prst="rect">
            <a:avLst/>
          </a:prstGeom>
          <a:noFill/>
          <a:ln w="9525">
            <a:noFill/>
          </a:ln>
        </p:spPr>
        <p:txBody>
          <a:bodyPr>
            <a:spAutoFit/>
          </a:bodyPr>
          <a:p>
            <a:pPr algn="r"/>
            <a:r>
              <a:rPr lang="en-US" altLang="zh-CN" dirty="0">
                <a:solidFill>
                  <a:schemeClr val="tx1"/>
                </a:solidFill>
                <a:latin typeface="黑体" panose="02010609060101010101" pitchFamily="49" charset="-122"/>
              </a:rPr>
              <a:t>android</a:t>
            </a:r>
            <a:r>
              <a:rPr lang="zh-CN" altLang="en-US" dirty="0">
                <a:solidFill>
                  <a:schemeClr val="tx1"/>
                </a:solidFill>
                <a:latin typeface="黑体" panose="02010609060101010101" pitchFamily="49" charset="-122"/>
              </a:rPr>
              <a:t>开发库文件</a:t>
            </a:r>
            <a:endParaRPr lang="zh-CN" altLang="en-US" dirty="0">
              <a:solidFill>
                <a:schemeClr val="tx1"/>
              </a:solidFill>
              <a:latin typeface="黑体" panose="02010609060101010101" pitchFamily="49" charset="-122"/>
            </a:endParaRPr>
          </a:p>
        </p:txBody>
      </p:sp>
      <p:sp>
        <p:nvSpPr>
          <p:cNvPr id="36872" name="文本框 9"/>
          <p:cNvSpPr txBox="1"/>
          <p:nvPr/>
        </p:nvSpPr>
        <p:spPr>
          <a:xfrm>
            <a:off x="5857875" y="2103438"/>
            <a:ext cx="1558925" cy="368300"/>
          </a:xfrm>
          <a:prstGeom prst="rect">
            <a:avLst/>
          </a:prstGeom>
          <a:noFill/>
          <a:ln w="9525">
            <a:noFill/>
          </a:ln>
        </p:spPr>
        <p:txBody>
          <a:bodyPr>
            <a:spAutoFit/>
          </a:bodyPr>
          <a:p>
            <a:pPr algn="r"/>
            <a:r>
              <a:rPr lang="zh-CN" altLang="en-US" dirty="0">
                <a:solidFill>
                  <a:schemeClr val="tx1"/>
                </a:solidFill>
                <a:latin typeface="黑体" panose="02010609060101010101" pitchFamily="49" charset="-122"/>
              </a:rPr>
              <a:t>头文件</a:t>
            </a:r>
            <a:endParaRPr lang="zh-CN" altLang="en-US" dirty="0">
              <a:solidFill>
                <a:schemeClr val="tx1"/>
              </a:solidFill>
              <a:latin typeface="黑体" panose="02010609060101010101" pitchFamily="49" charset="-122"/>
            </a:endParaRPr>
          </a:p>
        </p:txBody>
      </p:sp>
      <p:sp>
        <p:nvSpPr>
          <p:cNvPr id="36873" name="文本框 10"/>
          <p:cNvSpPr txBox="1"/>
          <p:nvPr/>
        </p:nvSpPr>
        <p:spPr>
          <a:xfrm>
            <a:off x="5076825" y="2667000"/>
            <a:ext cx="2339975" cy="368300"/>
          </a:xfrm>
          <a:prstGeom prst="rect">
            <a:avLst/>
          </a:prstGeom>
          <a:noFill/>
          <a:ln w="9525">
            <a:noFill/>
          </a:ln>
        </p:spPr>
        <p:txBody>
          <a:bodyPr>
            <a:spAutoFit/>
          </a:bodyPr>
          <a:p>
            <a:pPr algn="r"/>
            <a:r>
              <a:rPr lang="en-US" altLang="zh-CN" dirty="0">
                <a:solidFill>
                  <a:schemeClr val="tx1"/>
                </a:solidFill>
                <a:latin typeface="黑体" panose="02010609060101010101" pitchFamily="49" charset="-122"/>
              </a:rPr>
              <a:t>linux</a:t>
            </a:r>
            <a:r>
              <a:rPr lang="zh-CN" altLang="en-US" dirty="0">
                <a:solidFill>
                  <a:schemeClr val="tx1"/>
                </a:solidFill>
                <a:latin typeface="黑体" panose="02010609060101010101" pitchFamily="49" charset="-122"/>
              </a:rPr>
              <a:t>开发库文件</a:t>
            </a:r>
            <a:endParaRPr lang="zh-CN" altLang="en-US" dirty="0">
              <a:solidFill>
                <a:schemeClr val="tx1"/>
              </a:solidFill>
              <a:latin typeface="黑体" panose="02010609060101010101" pitchFamily="49" charset="-122"/>
            </a:endParaRPr>
          </a:p>
        </p:txBody>
      </p:sp>
      <p:sp>
        <p:nvSpPr>
          <p:cNvPr id="36874" name="文本框 11"/>
          <p:cNvSpPr txBox="1"/>
          <p:nvPr/>
        </p:nvSpPr>
        <p:spPr>
          <a:xfrm>
            <a:off x="5062538" y="3243263"/>
            <a:ext cx="2354262" cy="369887"/>
          </a:xfrm>
          <a:prstGeom prst="rect">
            <a:avLst/>
          </a:prstGeom>
          <a:noFill/>
          <a:ln w="9525">
            <a:noFill/>
          </a:ln>
        </p:spPr>
        <p:txBody>
          <a:bodyPr>
            <a:spAutoFit/>
          </a:bodyPr>
          <a:p>
            <a:pPr algn="r"/>
            <a:r>
              <a:rPr lang="en-US" altLang="zh-CN" dirty="0">
                <a:solidFill>
                  <a:schemeClr val="tx1"/>
                </a:solidFill>
                <a:latin typeface="黑体" panose="02010609060101010101" pitchFamily="49" charset="-122"/>
              </a:rPr>
              <a:t>Win32</a:t>
            </a:r>
            <a:r>
              <a:rPr lang="zh-CN" altLang="en-US" dirty="0">
                <a:solidFill>
                  <a:schemeClr val="tx1"/>
                </a:solidFill>
                <a:latin typeface="黑体" panose="02010609060101010101" pitchFamily="49" charset="-122"/>
              </a:rPr>
              <a:t>开发库文件</a:t>
            </a:r>
            <a:endParaRPr lang="zh-CN" altLang="en-US" dirty="0">
              <a:solidFill>
                <a:schemeClr val="tx1"/>
              </a:solidFill>
              <a:latin typeface="黑体" panose="02010609060101010101" pitchFamily="49" charset="-122"/>
            </a:endParaRPr>
          </a:p>
        </p:txBody>
      </p:sp>
      <p:sp>
        <p:nvSpPr>
          <p:cNvPr id="36875" name="文本框 12"/>
          <p:cNvSpPr txBox="1"/>
          <p:nvPr/>
        </p:nvSpPr>
        <p:spPr>
          <a:xfrm>
            <a:off x="5062538" y="3756025"/>
            <a:ext cx="2354262" cy="369888"/>
          </a:xfrm>
          <a:prstGeom prst="rect">
            <a:avLst/>
          </a:prstGeom>
          <a:noFill/>
          <a:ln w="9525">
            <a:noFill/>
          </a:ln>
        </p:spPr>
        <p:txBody>
          <a:bodyPr>
            <a:spAutoFit/>
          </a:bodyPr>
          <a:p>
            <a:pPr algn="r"/>
            <a:r>
              <a:rPr lang="en-US" altLang="zh-CN" dirty="0">
                <a:solidFill>
                  <a:schemeClr val="tx1"/>
                </a:solidFill>
                <a:latin typeface="黑体" panose="02010609060101010101" pitchFamily="49" charset="-122"/>
              </a:rPr>
              <a:t>X64</a:t>
            </a:r>
            <a:r>
              <a:rPr lang="zh-CN" altLang="en-US" dirty="0">
                <a:solidFill>
                  <a:schemeClr val="tx1"/>
                </a:solidFill>
                <a:latin typeface="黑体" panose="02010609060101010101" pitchFamily="49" charset="-122"/>
              </a:rPr>
              <a:t>开发库文件</a:t>
            </a:r>
            <a:endParaRPr lang="zh-CN" altLang="en-US" dirty="0">
              <a:solidFill>
                <a:schemeClr val="tx1"/>
              </a:solidFill>
              <a:latin typeface="黑体" panose="02010609060101010101" pitchFamily="49" charset="-122"/>
            </a:endParaRPr>
          </a:p>
        </p:txBody>
      </p:sp>
      <p:sp>
        <p:nvSpPr>
          <p:cNvPr id="36876" name="文本框 13"/>
          <p:cNvSpPr txBox="1"/>
          <p:nvPr/>
        </p:nvSpPr>
        <p:spPr>
          <a:xfrm>
            <a:off x="4859338" y="4240213"/>
            <a:ext cx="2557462" cy="382587"/>
          </a:xfrm>
          <a:prstGeom prst="rect">
            <a:avLst/>
          </a:prstGeom>
          <a:noFill/>
          <a:ln w="9525">
            <a:noFill/>
          </a:ln>
        </p:spPr>
        <p:txBody>
          <a:bodyPr>
            <a:spAutoFit/>
          </a:bodyPr>
          <a:p>
            <a:pPr algn="r"/>
            <a:r>
              <a:rPr lang="en-US" altLang="zh-CN" dirty="0">
                <a:solidFill>
                  <a:schemeClr val="tx1"/>
                </a:solidFill>
                <a:latin typeface="黑体" panose="02010609060101010101" pitchFamily="49" charset="-122"/>
              </a:rPr>
              <a:t>Hsc3Api</a:t>
            </a:r>
            <a:r>
              <a:rPr lang="zh-CN" altLang="en-US" dirty="0">
                <a:solidFill>
                  <a:schemeClr val="tx1"/>
                </a:solidFill>
                <a:latin typeface="黑体" panose="02010609060101010101" pitchFamily="49" charset="-122"/>
              </a:rPr>
              <a:t>使用文档</a:t>
            </a:r>
            <a:endParaRPr lang="zh-CN" altLang="en-US" dirty="0">
              <a:solidFill>
                <a:schemeClr val="tx1"/>
              </a:solidFill>
              <a:latin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91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3891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30724" name="Rectangle 308"/>
          <p:cNvSpPr>
            <a:spLocks noGrp="1" noChangeArrowheads="1"/>
          </p:cNvSpPr>
          <p:nvPr>
            <p:ph type="ctrTitle"/>
          </p:nvPr>
        </p:nvSpPr>
        <p:spPr bwMode="auto">
          <a:xfrm>
            <a:off x="323850" y="79375"/>
            <a:ext cx="8431213" cy="508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n-ea"/>
                <a:cs typeface="+mj-cs"/>
              </a:rPr>
              <a:t>1.</a:t>
            </a:r>
            <a:r>
              <a:rPr kumimoji="0" lang="zh-CN" altLang="en-US" sz="2400" b="1" i="0" u="none" strike="noStrike" kern="0" cap="none" spc="0" normalizeH="0" baseline="0" noProof="0" dirty="0">
                <a:ln>
                  <a:noFill/>
                </a:ln>
                <a:solidFill>
                  <a:schemeClr val="tx2"/>
                </a:solidFill>
                <a:effectLst/>
                <a:uLnTx/>
                <a:uFillTx/>
                <a:latin typeface="+mn-ea"/>
                <a:ea typeface="+mn-ea"/>
                <a:cs typeface="+mj-cs"/>
              </a:rPr>
              <a:t>二次开发接口的结构</a:t>
            </a:r>
            <a:endParaRPr kumimoji="0" lang="zh-CN" altLang="en-US" sz="2400" b="1" i="0" u="none" strike="noStrike" kern="0" cap="none" spc="0" normalizeH="0" baseline="0" noProof="0" dirty="0">
              <a:ln>
                <a:noFill/>
              </a:ln>
              <a:solidFill>
                <a:schemeClr val="tx2"/>
              </a:solidFill>
              <a:effectLst/>
              <a:uLnTx/>
              <a:uFillTx/>
              <a:latin typeface="+mn-ea"/>
              <a:ea typeface="+mn-ea"/>
              <a:cs typeface="+mj-cs"/>
            </a:endParaRPr>
          </a:p>
        </p:txBody>
      </p:sp>
      <p:sp>
        <p:nvSpPr>
          <p:cNvPr id="38917" name="矩形 14"/>
          <p:cNvSpPr/>
          <p:nvPr/>
        </p:nvSpPr>
        <p:spPr>
          <a:xfrm>
            <a:off x="506413" y="595313"/>
            <a:ext cx="8248650" cy="417512"/>
          </a:xfrm>
          <a:prstGeom prst="rect">
            <a:avLst/>
          </a:prstGeom>
          <a:noFill/>
          <a:ln w="9525">
            <a:noFill/>
          </a:ln>
        </p:spPr>
        <p:txBody>
          <a:bodyPr>
            <a:spAutoFit/>
          </a:bodyPr>
          <a:p>
            <a:pPr>
              <a:lnSpc>
                <a:spcPct val="150000"/>
              </a:lnSpc>
            </a:pPr>
            <a:r>
              <a:rPr lang="zh-CN" altLang="en-US" sz="1600" dirty="0">
                <a:solidFill>
                  <a:schemeClr val="tx1"/>
                </a:solidFill>
                <a:latin typeface="微软雅黑" panose="020B0503020204020204" pitchFamily="34" charset="-122"/>
              </a:rPr>
              <a:t>以二次开发</a:t>
            </a:r>
            <a:r>
              <a:rPr lang="en-US" altLang="zh-CN" sz="1600" dirty="0">
                <a:solidFill>
                  <a:schemeClr val="tx1"/>
                </a:solidFill>
                <a:latin typeface="微软雅黑" panose="020B0503020204020204" pitchFamily="34" charset="-122"/>
              </a:rPr>
              <a:t>Win32</a:t>
            </a:r>
            <a:r>
              <a:rPr lang="zh-CN" altLang="en-US" sz="1600" dirty="0">
                <a:solidFill>
                  <a:schemeClr val="tx1"/>
                </a:solidFill>
                <a:latin typeface="微软雅黑" panose="020B0503020204020204" pitchFamily="34" charset="-122"/>
              </a:rPr>
              <a:t>程序为例：程序中应该包含：</a:t>
            </a:r>
            <a:endParaRPr lang="en-US" altLang="zh-CN" sz="1600" dirty="0">
              <a:solidFill>
                <a:schemeClr val="tx1"/>
              </a:solidFill>
              <a:latin typeface="微软雅黑" panose="020B0503020204020204" pitchFamily="34" charset="-122"/>
            </a:endParaRPr>
          </a:p>
        </p:txBody>
      </p:sp>
      <p:sp>
        <p:nvSpPr>
          <p:cNvPr id="16" name="文本框 15"/>
          <p:cNvSpPr txBox="1"/>
          <p:nvPr/>
        </p:nvSpPr>
        <p:spPr>
          <a:xfrm>
            <a:off x="6565900" y="1019175"/>
            <a:ext cx="2189163" cy="36464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运行期库文件：</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Win32\Debug</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文件夹下</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Debug:</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CommApid.dll</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Hsc3Apid.dll</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LogApid.dll</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Win32\Release</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文件夹下</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Release:</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CommApi.dll</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Hsc3Api.dll</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LogApi.dll</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393700" y="1012825"/>
            <a:ext cx="3457575" cy="364807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Include</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文件夹下的头文件</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Hsc3Def.h </a:t>
            </a: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接口数据类型定义</a:t>
            </a: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rgbClr val="0070C0"/>
                </a:solidFill>
                <a:effectLst/>
                <a:uLnTx/>
                <a:uFillTx/>
                <a:latin typeface="微软雅黑" panose="020B0503020204020204" pitchFamily="34" charset="-122"/>
                <a:ea typeface="微软雅黑" panose="020B0503020204020204" pitchFamily="34" charset="-122"/>
                <a:cs typeface="+mn-cs"/>
              </a:rPr>
              <a:t>CommDef.h</a:t>
            </a:r>
            <a:r>
              <a:rPr kumimoji="0" lang="en-US" altLang="zh-CN" sz="1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通信数据定义</a:t>
            </a: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rgbClr val="0070C0"/>
                </a:solidFill>
                <a:effectLst/>
                <a:uLnTx/>
                <a:uFillTx/>
                <a:latin typeface="微软雅黑" panose="020B0503020204020204" pitchFamily="34" charset="-122"/>
                <a:ea typeface="微软雅黑" panose="020B0503020204020204" pitchFamily="34" charset="-122"/>
                <a:cs typeface="+mn-cs"/>
              </a:rPr>
              <a:t>ErrDef.h</a:t>
            </a:r>
            <a:r>
              <a:rPr kumimoji="0" lang="en-US" altLang="zh-CN" sz="1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错误码定义</a:t>
            </a: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rgbClr val="0070C0"/>
                </a:solidFill>
                <a:effectLst/>
                <a:uLnTx/>
                <a:uFillTx/>
                <a:latin typeface="微软雅黑" panose="020B0503020204020204" pitchFamily="34" charset="-122"/>
                <a:ea typeface="微软雅黑" panose="020B0503020204020204" pitchFamily="34" charset="-122"/>
                <a:cs typeface="+mn-cs"/>
              </a:rPr>
              <a:t>CommApi.h</a:t>
            </a:r>
            <a:r>
              <a:rPr kumimoji="0" lang="en-US" altLang="zh-CN" sz="1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通信功能</a:t>
            </a: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运动功能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ProxySys.h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系统功能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ProxyVm.h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程序运行功能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ProxyVar.h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变量操作功能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ProxyIO.h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IO</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操作功能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ProxyCollect.h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采集功能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8" name="文本框 17"/>
          <p:cNvSpPr txBox="1"/>
          <p:nvPr/>
        </p:nvSpPr>
        <p:spPr>
          <a:xfrm>
            <a:off x="3824288" y="1019175"/>
            <a:ext cx="2741613" cy="360045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编译器库文件</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Win32\Debug</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文件夹下</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Debug:</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CommApid.lib</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Hsc3Apid.lib</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Win32\Release</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文件夹下</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Release:</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CommApi.lib</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Hsc3Api.lib</a:t>
            </a:r>
            <a:endParaRPr kumimoji="0" lang="en-US" altLang="zh-CN" sz="20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endParaRPr kumimoji="0" lang="en-US" altLang="zh-CN" sz="2000" b="0" i="0" u="none" strike="noStrike" kern="1200" cap="none" spc="0" normalizeH="0" baseline="0" noProof="0" dirty="0">
              <a:ln>
                <a:noFill/>
              </a:ln>
              <a:solidFill>
                <a:schemeClr val="dk1"/>
              </a:solidFill>
              <a:effectLst/>
              <a:uLnTx/>
              <a:uFillTx/>
              <a:latin typeface="+mn-ea"/>
              <a:ea typeface="+mn-ea"/>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6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4096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30724" name="Rectangle 308"/>
          <p:cNvSpPr>
            <a:spLocks noGrp="1" noChangeArrowheads="1"/>
          </p:cNvSpPr>
          <p:nvPr>
            <p:ph type="ctrTitle"/>
          </p:nvPr>
        </p:nvSpPr>
        <p:spPr bwMode="auto">
          <a:xfrm>
            <a:off x="323850" y="79375"/>
            <a:ext cx="8431213" cy="508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n-ea"/>
                <a:cs typeface="+mj-cs"/>
              </a:rPr>
              <a:t>1.</a:t>
            </a:r>
            <a:r>
              <a:rPr kumimoji="0" lang="zh-CN" altLang="en-US" sz="2400" b="1" i="0" u="none" strike="noStrike" kern="0" cap="none" spc="0" normalizeH="0" baseline="0" noProof="0" dirty="0">
                <a:ln>
                  <a:noFill/>
                </a:ln>
                <a:solidFill>
                  <a:schemeClr val="tx2"/>
                </a:solidFill>
                <a:effectLst/>
                <a:uLnTx/>
                <a:uFillTx/>
                <a:latin typeface="+mn-ea"/>
                <a:ea typeface="+mn-ea"/>
                <a:cs typeface="+mj-cs"/>
              </a:rPr>
              <a:t>二次开发接口的结构</a:t>
            </a:r>
            <a:endParaRPr kumimoji="0" lang="zh-CN" altLang="en-US" sz="2400" b="1" i="0" u="none" strike="noStrike" kern="0" cap="none" spc="0" normalizeH="0" baseline="0" noProof="0" dirty="0">
              <a:ln>
                <a:noFill/>
              </a:ln>
              <a:solidFill>
                <a:schemeClr val="tx2"/>
              </a:solidFill>
              <a:effectLst/>
              <a:uLnTx/>
              <a:uFillTx/>
              <a:latin typeface="+mn-ea"/>
              <a:ea typeface="+mn-ea"/>
              <a:cs typeface="+mj-cs"/>
            </a:endParaRPr>
          </a:p>
        </p:txBody>
      </p:sp>
      <p:sp>
        <p:nvSpPr>
          <p:cNvPr id="15" name="文本框 14"/>
          <p:cNvSpPr txBox="1"/>
          <p:nvPr/>
        </p:nvSpPr>
        <p:spPr>
          <a:xfrm>
            <a:off x="1208088" y="1730375"/>
            <a:ext cx="5316538" cy="199390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运动功能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ProxySys.h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系统功能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ProxyVm.h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程序运行功能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ProxyVar.h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变量操作功能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ProxyIO.h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IO</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操作功能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ProxyCollect.h</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采集功能</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1208088" y="1047750"/>
            <a:ext cx="5316538" cy="37782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en-US" altLang="zh-CN" sz="1400" b="0" i="0" u="none" strike="noStrike" kern="1200" cap="none" spc="0" normalizeH="0" baseline="0" noProof="0" dirty="0" err="1">
                <a:ln>
                  <a:noFill/>
                </a:ln>
                <a:solidFill>
                  <a:srgbClr val="0070C0"/>
                </a:solidFill>
                <a:effectLst/>
                <a:uLnTx/>
                <a:uFillTx/>
                <a:latin typeface="微软雅黑" panose="020B0503020204020204" pitchFamily="34" charset="-122"/>
                <a:ea typeface="微软雅黑" panose="020B0503020204020204" pitchFamily="34" charset="-122"/>
                <a:cs typeface="+mn-cs"/>
              </a:rPr>
              <a:t>CommApi.h</a:t>
            </a:r>
            <a:r>
              <a:rPr kumimoji="0" lang="en-US" altLang="zh-CN" sz="14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通信功能</a:t>
            </a: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0967" name="矩形 16"/>
          <p:cNvSpPr/>
          <p:nvPr/>
        </p:nvSpPr>
        <p:spPr>
          <a:xfrm>
            <a:off x="1116013" y="3779838"/>
            <a:ext cx="6264275" cy="738187"/>
          </a:xfrm>
          <a:prstGeom prst="rect">
            <a:avLst/>
          </a:prstGeom>
          <a:noFill/>
          <a:ln w="9525">
            <a:noFill/>
          </a:ln>
        </p:spPr>
        <p:txBody>
          <a:bodyPr>
            <a:spAutoFit/>
          </a:bodyPr>
          <a:p>
            <a:r>
              <a:rPr lang="zh-CN" altLang="en-US" sz="1400" dirty="0">
                <a:solidFill>
                  <a:schemeClr val="tx1"/>
                </a:solidFill>
                <a:latin typeface="微软雅黑" panose="020B0503020204020204" pitchFamily="34" charset="-122"/>
              </a:rPr>
              <a:t>从</a:t>
            </a:r>
            <a:r>
              <a:rPr lang="en-US" altLang="zh-CN" sz="1400" dirty="0">
                <a:latin typeface="微软雅黑" panose="020B0503020204020204" pitchFamily="34" charset="-122"/>
              </a:rPr>
              <a:t>ProxyMotion </a:t>
            </a:r>
            <a:r>
              <a:rPr lang="zh-CN" altLang="en-US" sz="1400" dirty="0">
                <a:solidFill>
                  <a:schemeClr val="tx1"/>
                </a:solidFill>
                <a:latin typeface="微软雅黑" panose="020B0503020204020204" pitchFamily="34" charset="-122"/>
              </a:rPr>
              <a:t>构造函数：</a:t>
            </a:r>
            <a:endParaRPr lang="en-US" altLang="zh-CN" sz="1400" dirty="0">
              <a:solidFill>
                <a:schemeClr val="tx1"/>
              </a:solidFill>
              <a:latin typeface="微软雅黑" panose="020B0503020204020204" pitchFamily="34" charset="-122"/>
            </a:endParaRPr>
          </a:p>
          <a:p>
            <a:r>
              <a:rPr lang="en-US" altLang="zh-CN" sz="1400" dirty="0">
                <a:latin typeface="微软雅黑" panose="020B0503020204020204" pitchFamily="34" charset="-122"/>
              </a:rPr>
              <a:t>ProxyMotion (Hsc3::Comm::CommApi *pNet)</a:t>
            </a:r>
            <a:endParaRPr lang="en-US" altLang="zh-CN" sz="1400" dirty="0">
              <a:latin typeface="微软雅黑" panose="020B0503020204020204" pitchFamily="34" charset="-122"/>
            </a:endParaRPr>
          </a:p>
          <a:p>
            <a:r>
              <a:rPr lang="zh-CN" altLang="en-US" sz="1400" dirty="0">
                <a:solidFill>
                  <a:schemeClr val="tx1"/>
                </a:solidFill>
                <a:latin typeface="微软雅黑" panose="020B0503020204020204" pitchFamily="34" charset="-122"/>
              </a:rPr>
              <a:t>可以看到，</a:t>
            </a:r>
            <a:r>
              <a:rPr lang="en-US" altLang="zh-CN" sz="1400" dirty="0">
                <a:latin typeface="微软雅黑" panose="020B0503020204020204" pitchFamily="34" charset="-122"/>
              </a:rPr>
              <a:t>Proxy</a:t>
            </a:r>
            <a:r>
              <a:rPr lang="zh-CN" altLang="en-US" sz="1400" dirty="0">
                <a:latin typeface="微软雅黑" panose="020B0503020204020204" pitchFamily="34" charset="-122"/>
              </a:rPr>
              <a:t>***</a:t>
            </a:r>
            <a:r>
              <a:rPr lang="zh-CN" altLang="en-US" sz="1400" dirty="0">
                <a:solidFill>
                  <a:schemeClr val="tx1"/>
                </a:solidFill>
                <a:latin typeface="微软雅黑" panose="020B0503020204020204" pitchFamily="34" charset="-122"/>
              </a:rPr>
              <a:t>代理使用了</a:t>
            </a:r>
            <a:r>
              <a:rPr lang="en-US" altLang="zh-CN" sz="1400" dirty="0">
                <a:latin typeface="微软雅黑" panose="020B0503020204020204" pitchFamily="34" charset="-122"/>
              </a:rPr>
              <a:t>CommApi</a:t>
            </a:r>
            <a:r>
              <a:rPr lang="zh-CN" altLang="en-US" sz="1400" dirty="0">
                <a:solidFill>
                  <a:schemeClr val="tx1"/>
                </a:solidFill>
                <a:latin typeface="微软雅黑" panose="020B0503020204020204" pitchFamily="34" charset="-122"/>
              </a:rPr>
              <a:t>来完成向控制器发送指令的操作。</a:t>
            </a:r>
            <a:endParaRPr lang="en-US" altLang="zh-CN" sz="1400" dirty="0">
              <a:solidFill>
                <a:schemeClr val="tx1"/>
              </a:solidFill>
              <a:latin typeface="微软雅黑" panose="020B0503020204020204" pitchFamily="34" charset="-122"/>
            </a:endParaRPr>
          </a:p>
        </p:txBody>
      </p:sp>
      <p:cxnSp>
        <p:nvCxnSpPr>
          <p:cNvPr id="18" name="直接箭头连接符 17"/>
          <p:cNvCxnSpPr>
            <a:stCxn id="15" idx="0"/>
            <a:endCxn id="16" idx="2"/>
          </p:cNvCxnSpPr>
          <p:nvPr/>
        </p:nvCxnSpPr>
        <p:spPr>
          <a:xfrm flipV="1">
            <a:off x="3867150" y="1425575"/>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969" name="文本框 18"/>
          <p:cNvSpPr txBox="1"/>
          <p:nvPr/>
        </p:nvSpPr>
        <p:spPr>
          <a:xfrm>
            <a:off x="3879850" y="1419225"/>
            <a:ext cx="908050" cy="307975"/>
          </a:xfrm>
          <a:prstGeom prst="rect">
            <a:avLst/>
          </a:prstGeom>
          <a:noFill/>
          <a:ln w="9525">
            <a:noFill/>
          </a:ln>
        </p:spPr>
        <p:txBody>
          <a:bodyPr>
            <a:spAutoFit/>
          </a:bodyPr>
          <a:p>
            <a:r>
              <a:rPr lang="en-US" altLang="zh-CN" sz="1400" dirty="0">
                <a:latin typeface="黑体" panose="02010609060101010101" pitchFamily="49" charset="-122"/>
              </a:rPr>
              <a:t>Use</a:t>
            </a:r>
            <a:endParaRPr lang="zh-CN" altLang="en-US" sz="1400" dirty="0">
              <a:latin typeface="黑体" panose="020106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01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4301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j-ea"/>
                <a:cs typeface="+mj-cs"/>
              </a:rPr>
              <a:t>2.</a:t>
            </a:r>
            <a:r>
              <a:rPr kumimoji="0" lang="zh-CN" altLang="en-US" sz="2400" b="1" i="0" u="none" strike="noStrike" kern="0" cap="none" spc="0" normalizeH="0" baseline="0" noProof="0" dirty="0">
                <a:ln>
                  <a:noFill/>
                </a:ln>
                <a:solidFill>
                  <a:schemeClr val="tx2"/>
                </a:solidFill>
                <a:effectLst/>
                <a:uLnTx/>
                <a:uFillTx/>
                <a:latin typeface="+mn-ea"/>
                <a:ea typeface="+mj-ea"/>
                <a:cs typeface="+mj-cs"/>
              </a:rPr>
              <a:t>参考资料使用</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3" name="矩形 2"/>
          <p:cNvSpPr/>
          <p:nvPr/>
        </p:nvSpPr>
        <p:spPr>
          <a:xfrm>
            <a:off x="1042988" y="1563688"/>
            <a:ext cx="7129463" cy="1323975"/>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mn-ea"/>
                <a:ea typeface="+mn-ea"/>
                <a:cs typeface="+mn-cs"/>
              </a:rPr>
              <a:t>二次开发使用将使用的参考资料：</a:t>
            </a:r>
            <a:endParaRPr kumimoji="0" lang="en-US" altLang="zh-CN" sz="20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1</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、二次开发接口使用文档：</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Hsc3Api.chm</a:t>
            </a:r>
            <a:endParaRPr kumimoji="0" lang="en-US" altLang="zh-CN" sz="2000" b="0" i="0" u="none" strike="noStrike" kern="1200" cap="none" spc="0" normalizeH="0" baseline="0" noProof="0" dirty="0">
              <a:ln>
                <a:noFill/>
              </a:ln>
              <a:solidFill>
                <a:srgbClr val="1A0FF1"/>
              </a:solidFill>
              <a:effectLst/>
              <a:uLnTx/>
              <a:uFillTx/>
              <a:latin typeface="+mn-ea"/>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2</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、华数</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III</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型变量参数表：华数</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III</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型变量参数表</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a:t>
            </a:r>
            <a:r>
              <a:rPr kumimoji="0" lang="en-US" altLang="zh-CN" sz="2000" b="0" i="0" u="none" strike="noStrike" kern="1200" cap="none" spc="0" normalizeH="0" baseline="0" noProof="0" dirty="0" err="1">
                <a:ln>
                  <a:noFill/>
                </a:ln>
                <a:solidFill>
                  <a:srgbClr val="1A0FF1"/>
                </a:solidFill>
                <a:effectLst/>
                <a:uLnTx/>
                <a:uFillTx/>
                <a:latin typeface="+mn-ea"/>
                <a:ea typeface="+mn-ea"/>
                <a:cs typeface="+mn-cs"/>
              </a:rPr>
              <a:t>xlsx</a:t>
            </a:r>
            <a:endParaRPr kumimoji="0" lang="en-US" altLang="zh-CN" sz="2000" b="0" i="0" u="none" strike="noStrike" kern="1200" cap="none" spc="0" normalizeH="0" baseline="0" noProof="0" dirty="0">
              <a:ln>
                <a:noFill/>
              </a:ln>
              <a:solidFill>
                <a:srgbClr val="1A0FF1"/>
              </a:solidFill>
              <a:effectLst/>
              <a:uLnTx/>
              <a:uFillTx/>
              <a:latin typeface="+mn-ea"/>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3</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华数</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Ⅲ</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型</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a:t>
            </a:r>
            <a:r>
              <a:rPr kumimoji="0" lang="zh-CN" altLang="en-US" sz="2000" b="0" i="0" u="none" strike="noStrike" kern="1200" cap="none" spc="0" normalizeH="0" baseline="0" noProof="0" dirty="0">
                <a:ln>
                  <a:noFill/>
                </a:ln>
                <a:solidFill>
                  <a:srgbClr val="1A0FF1"/>
                </a:solidFill>
                <a:effectLst/>
                <a:uLnTx/>
                <a:uFillTx/>
                <a:latin typeface="+mn-ea"/>
                <a:ea typeface="+mn-ea"/>
                <a:cs typeface="+mn-cs"/>
              </a:rPr>
              <a:t>业务层接口</a:t>
            </a:r>
            <a:r>
              <a:rPr kumimoji="0" lang="en-US" altLang="zh-CN" sz="2000" b="0" i="0" u="none" strike="noStrike" kern="1200" cap="none" spc="0" normalizeH="0" baseline="0" noProof="0" dirty="0">
                <a:ln>
                  <a:noFill/>
                </a:ln>
                <a:solidFill>
                  <a:srgbClr val="1A0FF1"/>
                </a:solidFill>
                <a:effectLst/>
                <a:uLnTx/>
                <a:uFillTx/>
                <a:latin typeface="+mn-ea"/>
                <a:ea typeface="+mn-ea"/>
                <a:cs typeface="+mn-cs"/>
              </a:rPr>
              <a:t>.</a:t>
            </a:r>
            <a:r>
              <a:rPr kumimoji="0" lang="en-US" altLang="zh-CN" sz="2000" b="0" i="0" u="none" strike="noStrike" kern="1200" cap="none" spc="0" normalizeH="0" baseline="0" noProof="0" dirty="0" err="1">
                <a:ln>
                  <a:noFill/>
                </a:ln>
                <a:solidFill>
                  <a:srgbClr val="1A0FF1"/>
                </a:solidFill>
                <a:effectLst/>
                <a:uLnTx/>
                <a:uFillTx/>
                <a:latin typeface="+mn-ea"/>
                <a:ea typeface="+mn-ea"/>
                <a:cs typeface="+mn-cs"/>
              </a:rPr>
              <a:t>txtraw</a:t>
            </a:r>
            <a:endParaRPr kumimoji="0" lang="en-US" altLang="zh-CN" sz="2000" b="0" i="0" u="none" strike="noStrike" kern="1200" cap="none" spc="0" normalizeH="0" baseline="0" noProof="0" dirty="0">
              <a:ln>
                <a:noFill/>
              </a:ln>
              <a:solidFill>
                <a:srgbClr val="1A0FF1"/>
              </a:solidFill>
              <a:effectLst/>
              <a:uLnTx/>
              <a:uFillTx/>
              <a:latin typeface="+mn-ea"/>
              <a:ea typeface="+mn-ea"/>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4505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j-ea"/>
                <a:cs typeface="+mj-cs"/>
              </a:rPr>
              <a:t>2.</a:t>
            </a:r>
            <a:r>
              <a:rPr kumimoji="0" lang="zh-CN" altLang="en-US" sz="2400" b="1" i="0" u="none" strike="noStrike" kern="0" cap="none" spc="0" normalizeH="0" baseline="0" noProof="0" dirty="0">
                <a:ln>
                  <a:noFill/>
                </a:ln>
                <a:solidFill>
                  <a:schemeClr val="tx2"/>
                </a:solidFill>
                <a:effectLst/>
                <a:uLnTx/>
                <a:uFillTx/>
                <a:latin typeface="+mn-ea"/>
                <a:ea typeface="+mj-ea"/>
                <a:cs typeface="+mj-cs"/>
              </a:rPr>
              <a:t>参考资料使用</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45061" name="矩形 4"/>
          <p:cNvSpPr/>
          <p:nvPr/>
        </p:nvSpPr>
        <p:spPr>
          <a:xfrm>
            <a:off x="925513" y="714375"/>
            <a:ext cx="7623175" cy="307975"/>
          </a:xfrm>
          <a:prstGeom prst="rect">
            <a:avLst/>
          </a:prstGeom>
          <a:noFill/>
          <a:ln w="9525">
            <a:noFill/>
          </a:ln>
        </p:spPr>
        <p:txBody>
          <a:bodyPr>
            <a:spAutoFit/>
          </a:bodyPr>
          <a:p>
            <a:r>
              <a:rPr lang="zh-CN" altLang="en-US" sz="1400" dirty="0">
                <a:latin typeface="微软雅黑" panose="020B0503020204020204" pitchFamily="34" charset="-122"/>
              </a:rPr>
              <a:t>华数</a:t>
            </a:r>
            <a:r>
              <a:rPr lang="en-US" altLang="zh-CN" sz="1400" dirty="0">
                <a:latin typeface="微软雅黑" panose="020B0503020204020204" pitchFamily="34" charset="-122"/>
              </a:rPr>
              <a:t>Ⅲ</a:t>
            </a:r>
            <a:r>
              <a:rPr lang="zh-CN" altLang="en-US" sz="1400" dirty="0">
                <a:latin typeface="微软雅黑" panose="020B0503020204020204" pitchFamily="34" charset="-122"/>
              </a:rPr>
              <a:t>型二次开发接口使用文档</a:t>
            </a:r>
            <a:r>
              <a:rPr lang="en-US" altLang="zh-CN" sz="1400" dirty="0">
                <a:solidFill>
                  <a:schemeClr val="tx1"/>
                </a:solidFill>
                <a:latin typeface="微软雅黑" panose="020B0503020204020204" pitchFamily="34" charset="-122"/>
              </a:rPr>
              <a:t>-</a:t>
            </a:r>
            <a:r>
              <a:rPr lang="zh-CN" altLang="en-US" sz="1400" dirty="0">
                <a:solidFill>
                  <a:schemeClr val="tx1"/>
                </a:solidFill>
                <a:latin typeface="微软雅黑" panose="020B0503020204020204" pitchFamily="34" charset="-122"/>
              </a:rPr>
              <a:t>类列表中列举了，所有的命名空间，类，结构体。</a:t>
            </a:r>
            <a:endParaRPr lang="zh-CN" altLang="en-US" sz="1400" dirty="0">
              <a:solidFill>
                <a:schemeClr val="tx1"/>
              </a:solidFill>
              <a:latin typeface="微软雅黑" panose="020B0503020204020204" pitchFamily="34" charset="-122"/>
            </a:endParaRPr>
          </a:p>
        </p:txBody>
      </p:sp>
      <p:pic>
        <p:nvPicPr>
          <p:cNvPr id="45062" name="图片 5"/>
          <p:cNvPicPr>
            <a:picLocks noChangeAspect="1"/>
          </p:cNvPicPr>
          <p:nvPr/>
        </p:nvPicPr>
        <p:blipFill>
          <a:blip r:embed="rId2"/>
          <a:stretch>
            <a:fillRect/>
          </a:stretch>
        </p:blipFill>
        <p:spPr>
          <a:xfrm>
            <a:off x="925513" y="1058863"/>
            <a:ext cx="7340600" cy="3586162"/>
          </a:xfrm>
          <a:prstGeom prst="rect">
            <a:avLst/>
          </a:prstGeom>
          <a:noFill/>
          <a:ln w="9525">
            <a:noFill/>
          </a:ln>
        </p:spPr>
      </p:pic>
      <p:sp>
        <p:nvSpPr>
          <p:cNvPr id="7" name="左箭头 6"/>
          <p:cNvSpPr/>
          <p:nvPr/>
        </p:nvSpPr>
        <p:spPr>
          <a:xfrm>
            <a:off x="3851275" y="2211388"/>
            <a:ext cx="1225550" cy="431800"/>
          </a:xfrm>
          <a:prstGeom prst="leftArrow">
            <a:avLst/>
          </a:prstGeom>
          <a:solidFill>
            <a:srgbClr val="FF9933"/>
          </a:solidFill>
        </p:spPr>
        <p:style>
          <a:lnRef idx="1">
            <a:schemeClr val="accent5"/>
          </a:lnRef>
          <a:fillRef idx="2">
            <a:schemeClr val="accent5"/>
          </a:fillRef>
          <a:effectRef idx="1">
            <a:schemeClr val="accent5"/>
          </a:effectRef>
          <a:fontRef idx="minor">
            <a:schemeClr val="dk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dk1"/>
                </a:solidFill>
                <a:effectLst/>
                <a:uLnTx/>
                <a:uFillTx/>
                <a:latin typeface="+mn-lt"/>
                <a:ea typeface="+mn-ea"/>
                <a:cs typeface="+mn-cs"/>
              </a:rPr>
              <a:t>类列表入口</a:t>
            </a:r>
            <a:endParaRPr kumimoji="0" lang="zh-CN" altLang="en-US" sz="12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4710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j-ea"/>
                <a:cs typeface="+mj-cs"/>
              </a:rPr>
              <a:t>2.</a:t>
            </a:r>
            <a:r>
              <a:rPr kumimoji="0" lang="zh-CN" altLang="en-US" sz="2400" b="1" i="0" u="none" strike="noStrike" kern="0" cap="none" spc="0" normalizeH="0" baseline="0" noProof="0" dirty="0">
                <a:ln>
                  <a:noFill/>
                </a:ln>
                <a:solidFill>
                  <a:schemeClr val="tx2"/>
                </a:solidFill>
                <a:effectLst/>
                <a:uLnTx/>
                <a:uFillTx/>
                <a:latin typeface="+mn-ea"/>
                <a:ea typeface="+mj-ea"/>
                <a:cs typeface="+mj-cs"/>
              </a:rPr>
              <a:t>参考资料使用</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47109" name="矩形 4"/>
          <p:cNvSpPr/>
          <p:nvPr/>
        </p:nvSpPr>
        <p:spPr>
          <a:xfrm>
            <a:off x="1116013" y="760413"/>
            <a:ext cx="7127875" cy="307975"/>
          </a:xfrm>
          <a:prstGeom prst="rect">
            <a:avLst/>
          </a:prstGeom>
          <a:noFill/>
          <a:ln w="9525">
            <a:noFill/>
          </a:ln>
        </p:spPr>
        <p:txBody>
          <a:bodyPr>
            <a:spAutoFit/>
          </a:bodyPr>
          <a:p>
            <a:r>
              <a:rPr lang="zh-CN" altLang="en-US" sz="1400" dirty="0">
                <a:latin typeface="微软雅黑" panose="020B0503020204020204" pitchFamily="34" charset="-122"/>
              </a:rPr>
              <a:t>华数</a:t>
            </a:r>
            <a:r>
              <a:rPr lang="en-US" altLang="zh-CN" sz="1400" dirty="0">
                <a:latin typeface="微软雅黑" panose="020B0503020204020204" pitchFamily="34" charset="-122"/>
              </a:rPr>
              <a:t>Ⅲ</a:t>
            </a:r>
            <a:r>
              <a:rPr lang="zh-CN" altLang="en-US" sz="1400" dirty="0">
                <a:latin typeface="微软雅黑" panose="020B0503020204020204" pitchFamily="34" charset="-122"/>
              </a:rPr>
              <a:t>型二次开发接口使用文档</a:t>
            </a:r>
            <a:r>
              <a:rPr lang="en-US" altLang="zh-CN" sz="1400" dirty="0">
                <a:solidFill>
                  <a:schemeClr val="tx1"/>
                </a:solidFill>
                <a:latin typeface="微软雅黑" panose="020B0503020204020204" pitchFamily="34" charset="-122"/>
              </a:rPr>
              <a:t>--</a:t>
            </a:r>
            <a:r>
              <a:rPr lang="zh-CN" altLang="en-US" sz="1400" dirty="0">
                <a:solidFill>
                  <a:schemeClr val="tx1"/>
                </a:solidFill>
                <a:latin typeface="微软雅黑" panose="020B0503020204020204" pitchFamily="34" charset="-122"/>
              </a:rPr>
              <a:t>每个类中中列举了该类中的提供的接口及接口的说明</a:t>
            </a:r>
            <a:endParaRPr lang="zh-CN" altLang="en-US" sz="1400" dirty="0">
              <a:solidFill>
                <a:schemeClr val="tx1"/>
              </a:solidFill>
              <a:latin typeface="微软雅黑" panose="020B0503020204020204" pitchFamily="34" charset="-122"/>
            </a:endParaRPr>
          </a:p>
        </p:txBody>
      </p:sp>
      <p:pic>
        <p:nvPicPr>
          <p:cNvPr id="47110" name="图片 5"/>
          <p:cNvPicPr>
            <a:picLocks noChangeAspect="1"/>
          </p:cNvPicPr>
          <p:nvPr/>
        </p:nvPicPr>
        <p:blipFill>
          <a:blip r:embed="rId2"/>
          <a:stretch>
            <a:fillRect/>
          </a:stretch>
        </p:blipFill>
        <p:spPr>
          <a:xfrm>
            <a:off x="1116013" y="1068388"/>
            <a:ext cx="5976937" cy="3740150"/>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15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4915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j-ea"/>
                <a:cs typeface="+mj-cs"/>
              </a:rPr>
              <a:t>2.</a:t>
            </a:r>
            <a:r>
              <a:rPr kumimoji="0" lang="zh-CN" altLang="en-US" sz="2400" b="1" i="0" u="none" strike="noStrike" kern="0" cap="none" spc="0" normalizeH="0" baseline="0" noProof="0" dirty="0">
                <a:ln>
                  <a:noFill/>
                </a:ln>
                <a:solidFill>
                  <a:schemeClr val="tx2"/>
                </a:solidFill>
                <a:effectLst/>
                <a:uLnTx/>
                <a:uFillTx/>
                <a:latin typeface="+mn-ea"/>
                <a:ea typeface="+mj-ea"/>
                <a:cs typeface="+mj-cs"/>
              </a:rPr>
              <a:t>参考资料使用</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49157" name="矩形 7"/>
          <p:cNvSpPr/>
          <p:nvPr/>
        </p:nvSpPr>
        <p:spPr>
          <a:xfrm>
            <a:off x="1060450" y="733425"/>
            <a:ext cx="7405688" cy="307975"/>
          </a:xfrm>
          <a:prstGeom prst="rect">
            <a:avLst/>
          </a:prstGeom>
          <a:noFill/>
          <a:ln w="9525">
            <a:noFill/>
          </a:ln>
        </p:spPr>
        <p:txBody>
          <a:bodyPr>
            <a:spAutoFit/>
          </a:bodyPr>
          <a:p>
            <a:r>
              <a:rPr lang="zh-CN" altLang="en-US" sz="1400" dirty="0">
                <a:latin typeface="微软雅黑" panose="020B0503020204020204" pitchFamily="34" charset="-122"/>
              </a:rPr>
              <a:t>华数</a:t>
            </a:r>
            <a:r>
              <a:rPr lang="en-US" altLang="zh-CN" sz="1400" dirty="0">
                <a:latin typeface="微软雅黑" panose="020B0503020204020204" pitchFamily="34" charset="-122"/>
              </a:rPr>
              <a:t>Ⅲ</a:t>
            </a:r>
            <a:r>
              <a:rPr lang="zh-CN" altLang="en-US" sz="1400" dirty="0">
                <a:latin typeface="微软雅黑" panose="020B0503020204020204" pitchFamily="34" charset="-122"/>
              </a:rPr>
              <a:t>型二次开发接口使用文档</a:t>
            </a:r>
            <a:r>
              <a:rPr lang="en-US" altLang="zh-CN" sz="1400" dirty="0">
                <a:solidFill>
                  <a:schemeClr val="tx1"/>
                </a:solidFill>
                <a:latin typeface="微软雅黑" panose="020B0503020204020204" pitchFamily="34" charset="-122"/>
              </a:rPr>
              <a:t>--</a:t>
            </a:r>
            <a:r>
              <a:rPr lang="zh-CN" altLang="en-US" sz="1400" dirty="0">
                <a:solidFill>
                  <a:schemeClr val="tx1"/>
                </a:solidFill>
                <a:latin typeface="微软雅黑" panose="020B0503020204020204" pitchFamily="34" charset="-122"/>
              </a:rPr>
              <a:t>每个结构体中中列举了该结构体中的各属性及其说明</a:t>
            </a:r>
            <a:endParaRPr lang="zh-CN" altLang="en-US" sz="1400" dirty="0">
              <a:solidFill>
                <a:schemeClr val="tx1"/>
              </a:solidFill>
              <a:latin typeface="微软雅黑" panose="020B0503020204020204" pitchFamily="34" charset="-122"/>
            </a:endParaRPr>
          </a:p>
        </p:txBody>
      </p:sp>
      <p:pic>
        <p:nvPicPr>
          <p:cNvPr id="49158" name="图片 8"/>
          <p:cNvPicPr>
            <a:picLocks noChangeAspect="1"/>
          </p:cNvPicPr>
          <p:nvPr/>
        </p:nvPicPr>
        <p:blipFill>
          <a:blip r:embed="rId2"/>
          <a:stretch>
            <a:fillRect/>
          </a:stretch>
        </p:blipFill>
        <p:spPr>
          <a:xfrm>
            <a:off x="1060450" y="1063625"/>
            <a:ext cx="5743575" cy="3771900"/>
          </a:xfrm>
          <a:prstGeom prst="rect">
            <a:avLst/>
          </a:prstGeom>
          <a:noFill/>
          <a:ln w="9525">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0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5120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j-ea"/>
                <a:cs typeface="+mj-cs"/>
              </a:rPr>
              <a:t>2.</a:t>
            </a:r>
            <a:r>
              <a:rPr kumimoji="0" lang="zh-CN" altLang="en-US" sz="2400" b="1" i="0" u="none" strike="noStrike" kern="0" cap="none" spc="0" normalizeH="0" baseline="0" noProof="0" dirty="0">
                <a:ln>
                  <a:noFill/>
                </a:ln>
                <a:solidFill>
                  <a:schemeClr val="tx2"/>
                </a:solidFill>
                <a:effectLst/>
                <a:uLnTx/>
                <a:uFillTx/>
                <a:latin typeface="+mn-ea"/>
                <a:ea typeface="+mj-ea"/>
                <a:cs typeface="+mj-cs"/>
              </a:rPr>
              <a:t>参考资料使用</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1205" name="矩形 4"/>
          <p:cNvSpPr/>
          <p:nvPr/>
        </p:nvSpPr>
        <p:spPr>
          <a:xfrm>
            <a:off x="755650" y="715963"/>
            <a:ext cx="7272338" cy="307975"/>
          </a:xfrm>
          <a:prstGeom prst="rect">
            <a:avLst/>
          </a:prstGeom>
          <a:noFill/>
          <a:ln w="9525">
            <a:noFill/>
          </a:ln>
        </p:spPr>
        <p:txBody>
          <a:bodyPr>
            <a:spAutoFit/>
          </a:bodyPr>
          <a:p>
            <a:r>
              <a:rPr lang="zh-CN" altLang="en-US" sz="1400" dirty="0">
                <a:latin typeface="微软雅黑" panose="020B0503020204020204" pitchFamily="34" charset="-122"/>
              </a:rPr>
              <a:t>华数</a:t>
            </a:r>
            <a:r>
              <a:rPr lang="en-US" altLang="zh-CN" sz="1400" dirty="0">
                <a:latin typeface="微软雅黑" panose="020B0503020204020204" pitchFamily="34" charset="-122"/>
              </a:rPr>
              <a:t>Ⅲ</a:t>
            </a:r>
            <a:r>
              <a:rPr lang="zh-CN" altLang="en-US" sz="1400" dirty="0">
                <a:latin typeface="微软雅黑" panose="020B0503020204020204" pitchFamily="34" charset="-122"/>
              </a:rPr>
              <a:t>型变量参数列表</a:t>
            </a:r>
            <a:r>
              <a:rPr lang="en-US" altLang="zh-CN" sz="1400" dirty="0">
                <a:solidFill>
                  <a:schemeClr val="tx1"/>
                </a:solidFill>
                <a:latin typeface="微软雅黑" panose="020B0503020204020204" pitchFamily="34" charset="-122"/>
              </a:rPr>
              <a:t>--</a:t>
            </a:r>
            <a:r>
              <a:rPr lang="zh-CN" altLang="en-US" sz="1400" dirty="0">
                <a:solidFill>
                  <a:schemeClr val="tx1"/>
                </a:solidFill>
                <a:latin typeface="微软雅黑" panose="020B0503020204020204" pitchFamily="34" charset="-122"/>
              </a:rPr>
              <a:t>列举了华数</a:t>
            </a:r>
            <a:r>
              <a:rPr lang="en-US" altLang="zh-CN" sz="1400" dirty="0">
                <a:solidFill>
                  <a:schemeClr val="tx1"/>
                </a:solidFill>
                <a:latin typeface="微软雅黑" panose="020B0503020204020204" pitchFamily="34" charset="-122"/>
              </a:rPr>
              <a:t>Ⅲ</a:t>
            </a:r>
            <a:r>
              <a:rPr lang="zh-CN" altLang="en-US" sz="1400" dirty="0">
                <a:solidFill>
                  <a:schemeClr val="tx1"/>
                </a:solidFill>
                <a:latin typeface="微软雅黑" panose="020B0503020204020204" pitchFamily="34" charset="-122"/>
              </a:rPr>
              <a:t>型所有参数及说明。用于采集任务接口</a:t>
            </a:r>
            <a:endParaRPr lang="zh-CN" altLang="en-US" sz="1400" dirty="0">
              <a:solidFill>
                <a:schemeClr val="tx1"/>
              </a:solidFill>
              <a:latin typeface="微软雅黑" panose="020B0503020204020204" pitchFamily="34" charset="-122"/>
            </a:endParaRPr>
          </a:p>
        </p:txBody>
      </p:sp>
      <p:pic>
        <p:nvPicPr>
          <p:cNvPr id="51206" name="图片 5"/>
          <p:cNvPicPr>
            <a:picLocks noChangeAspect="1"/>
          </p:cNvPicPr>
          <p:nvPr/>
        </p:nvPicPr>
        <p:blipFill>
          <a:blip r:embed="rId2"/>
          <a:srcRect l="-2" t="1334" r="185"/>
          <a:stretch>
            <a:fillRect/>
          </a:stretch>
        </p:blipFill>
        <p:spPr>
          <a:xfrm>
            <a:off x="833438" y="1047750"/>
            <a:ext cx="7277100" cy="3522663"/>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25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5325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j-ea"/>
                <a:cs typeface="+mj-cs"/>
              </a:rPr>
              <a:t>2.</a:t>
            </a:r>
            <a:r>
              <a:rPr kumimoji="0" lang="zh-CN" altLang="en-US" sz="2400" b="1" i="0" u="none" strike="noStrike" kern="0" cap="none" spc="0" normalizeH="0" baseline="0" noProof="0" dirty="0">
                <a:ln>
                  <a:noFill/>
                </a:ln>
                <a:solidFill>
                  <a:schemeClr val="tx2"/>
                </a:solidFill>
                <a:effectLst/>
                <a:uLnTx/>
                <a:uFillTx/>
                <a:latin typeface="+mn-ea"/>
                <a:ea typeface="+mj-ea"/>
                <a:cs typeface="+mj-cs"/>
              </a:rPr>
              <a:t>参考资料使用</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3253" name="矩形 4"/>
          <p:cNvSpPr/>
          <p:nvPr/>
        </p:nvSpPr>
        <p:spPr>
          <a:xfrm>
            <a:off x="1258888" y="1098550"/>
            <a:ext cx="6553200" cy="2894013"/>
          </a:xfrm>
          <a:prstGeom prst="rect">
            <a:avLst/>
          </a:prstGeom>
          <a:noFill/>
          <a:ln w="9525">
            <a:noFill/>
          </a:ln>
        </p:spPr>
        <p:txBody>
          <a:bodyPr>
            <a:spAutoFit/>
          </a:bodyPr>
          <a:p>
            <a:r>
              <a:rPr lang="zh-CN" altLang="en-US" sz="1600" dirty="0">
                <a:solidFill>
                  <a:schemeClr val="tx1"/>
                </a:solidFill>
                <a:latin typeface="黑体" panose="02010609060101010101" pitchFamily="49" charset="-122"/>
              </a:rPr>
              <a:t>如何从</a:t>
            </a:r>
            <a:r>
              <a:rPr lang="zh-CN" altLang="en-US" sz="1600" dirty="0">
                <a:solidFill>
                  <a:srgbClr val="1A0FF1"/>
                </a:solidFill>
                <a:latin typeface="黑体" panose="02010609060101010101" pitchFamily="49" charset="-122"/>
              </a:rPr>
              <a:t>华数</a:t>
            </a:r>
            <a:r>
              <a:rPr lang="en-US" altLang="zh-CN" sz="1600" dirty="0">
                <a:solidFill>
                  <a:srgbClr val="1A0FF1"/>
                </a:solidFill>
                <a:latin typeface="黑体" panose="02010609060101010101" pitchFamily="49" charset="-122"/>
              </a:rPr>
              <a:t>Ⅲ</a:t>
            </a:r>
            <a:r>
              <a:rPr lang="zh-CN" altLang="en-US" sz="1600" dirty="0">
                <a:solidFill>
                  <a:srgbClr val="1A0FF1"/>
                </a:solidFill>
                <a:latin typeface="黑体" panose="02010609060101010101" pitchFamily="49" charset="-122"/>
              </a:rPr>
              <a:t>型变量参数列表</a:t>
            </a:r>
            <a:r>
              <a:rPr lang="zh-CN" altLang="en-US" sz="1600" dirty="0">
                <a:solidFill>
                  <a:schemeClr val="tx1"/>
                </a:solidFill>
                <a:latin typeface="黑体" panose="02010609060101010101" pitchFamily="49" charset="-122"/>
              </a:rPr>
              <a:t>中提取参数：</a:t>
            </a:r>
            <a:endParaRPr lang="en-US" altLang="zh-CN" sz="1600" dirty="0">
              <a:solidFill>
                <a:schemeClr val="tx1"/>
              </a:solidFill>
              <a:latin typeface="黑体" panose="02010609060101010101" pitchFamily="49" charset="-122"/>
            </a:endParaRPr>
          </a:p>
          <a:p>
            <a:r>
              <a:rPr lang="en-US" altLang="zh-CN" sz="1600" dirty="0">
                <a:solidFill>
                  <a:schemeClr val="tx1"/>
                </a:solidFill>
                <a:latin typeface="黑体" panose="02010609060101010101" pitchFamily="49" charset="-122"/>
              </a:rPr>
              <a:t>1.</a:t>
            </a:r>
            <a:r>
              <a:rPr lang="zh-CN" altLang="en-US" sz="1600" dirty="0">
                <a:solidFill>
                  <a:schemeClr val="tx1"/>
                </a:solidFill>
                <a:latin typeface="黑体" panose="02010609060101010101" pitchFamily="49" charset="-122"/>
              </a:rPr>
              <a:t>提取的参数以</a:t>
            </a:r>
            <a:r>
              <a:rPr lang="zh-CN" altLang="en-US" sz="1600" dirty="0">
                <a:solidFill>
                  <a:srgbClr val="00B0F0"/>
                </a:solidFill>
                <a:latin typeface="黑体" panose="02010609060101010101" pitchFamily="49" charset="-122"/>
              </a:rPr>
              <a:t>“</a:t>
            </a:r>
            <a:r>
              <a:rPr lang="en-US" altLang="zh-CN" sz="1600" dirty="0">
                <a:solidFill>
                  <a:srgbClr val="00B0F0"/>
                </a:solidFill>
                <a:latin typeface="黑体" panose="02010609060101010101" pitchFamily="49" charset="-122"/>
              </a:rPr>
              <a:t>var.</a:t>
            </a:r>
            <a:r>
              <a:rPr lang="zh-CN" altLang="en-US" sz="1600" dirty="0">
                <a:solidFill>
                  <a:srgbClr val="00B0F0"/>
                </a:solidFill>
                <a:latin typeface="黑体" panose="02010609060101010101" pitchFamily="49" charset="-122"/>
              </a:rPr>
              <a:t>”</a:t>
            </a:r>
            <a:r>
              <a:rPr lang="zh-CN" altLang="en-US" sz="1600" dirty="0">
                <a:solidFill>
                  <a:schemeClr val="tx1"/>
                </a:solidFill>
                <a:latin typeface="黑体" panose="02010609060101010101" pitchFamily="49" charset="-122"/>
              </a:rPr>
              <a:t>开始</a:t>
            </a:r>
            <a:endParaRPr lang="en-US" altLang="zh-CN" sz="1600" dirty="0">
              <a:solidFill>
                <a:schemeClr val="tx1"/>
              </a:solidFill>
              <a:latin typeface="黑体" panose="02010609060101010101" pitchFamily="49" charset="-122"/>
            </a:endParaRPr>
          </a:p>
          <a:p>
            <a:r>
              <a:rPr lang="en-US" altLang="zh-CN" sz="1600" dirty="0">
                <a:solidFill>
                  <a:schemeClr val="tx1"/>
                </a:solidFill>
                <a:latin typeface="黑体" panose="02010609060101010101" pitchFamily="49" charset="-122"/>
              </a:rPr>
              <a:t>2.</a:t>
            </a:r>
            <a:r>
              <a:rPr lang="zh-CN" altLang="en-US" sz="1600" dirty="0">
                <a:solidFill>
                  <a:schemeClr val="tx1"/>
                </a:solidFill>
                <a:latin typeface="黑体" panose="02010609060101010101" pitchFamily="49" charset="-122"/>
              </a:rPr>
              <a:t>根据参数分类，</a:t>
            </a:r>
            <a:endParaRPr lang="en-US" altLang="zh-CN" sz="1600" dirty="0">
              <a:solidFill>
                <a:schemeClr val="tx1"/>
              </a:solidFill>
              <a:latin typeface="黑体" panose="02010609060101010101" pitchFamily="49" charset="-122"/>
            </a:endParaRPr>
          </a:p>
          <a:p>
            <a:r>
              <a:rPr lang="en-US" altLang="zh-CN" sz="1600" dirty="0">
                <a:solidFill>
                  <a:schemeClr val="tx1"/>
                </a:solidFill>
                <a:latin typeface="黑体" panose="02010609060101010101" pitchFamily="49" charset="-122"/>
              </a:rPr>
              <a:t>	</a:t>
            </a:r>
            <a:r>
              <a:rPr lang="zh-CN" altLang="en-US" sz="1600" dirty="0">
                <a:solidFill>
                  <a:schemeClr val="tx1"/>
                </a:solidFill>
                <a:latin typeface="黑体" panose="02010609060101010101" pitchFamily="49" charset="-122"/>
              </a:rPr>
              <a:t>轴参数为：</a:t>
            </a:r>
            <a:r>
              <a:rPr lang="zh-CN" altLang="en-US" sz="1600" dirty="0">
                <a:solidFill>
                  <a:srgbClr val="00B0F0"/>
                </a:solidFill>
                <a:latin typeface="黑体" panose="02010609060101010101" pitchFamily="49" charset="-122"/>
              </a:rPr>
              <a:t>“</a:t>
            </a:r>
            <a:r>
              <a:rPr lang="en-US" altLang="zh-CN" sz="1600" dirty="0">
                <a:solidFill>
                  <a:srgbClr val="00B0F0"/>
                </a:solidFill>
                <a:latin typeface="黑体" panose="02010609060101010101" pitchFamily="49" charset="-122"/>
              </a:rPr>
              <a:t>var.axis[axisIndex]</a:t>
            </a:r>
            <a:r>
              <a:rPr lang="zh-CN" altLang="en-US" sz="1600" dirty="0">
                <a:solidFill>
                  <a:srgbClr val="00B0F0"/>
                </a:solidFill>
                <a:latin typeface="黑体" panose="02010609060101010101" pitchFamily="49" charset="-122"/>
              </a:rPr>
              <a:t>”</a:t>
            </a:r>
            <a:endParaRPr lang="en-US" altLang="zh-CN" sz="1600" dirty="0">
              <a:solidFill>
                <a:srgbClr val="00B0F0"/>
              </a:solidFill>
              <a:latin typeface="黑体" panose="02010609060101010101" pitchFamily="49" charset="-122"/>
            </a:endParaRPr>
          </a:p>
          <a:p>
            <a:r>
              <a:rPr lang="en-US" altLang="zh-CN" sz="1600" dirty="0">
                <a:solidFill>
                  <a:schemeClr val="tx1"/>
                </a:solidFill>
                <a:latin typeface="黑体" panose="02010609060101010101" pitchFamily="49" charset="-122"/>
              </a:rPr>
              <a:t>	</a:t>
            </a:r>
            <a:r>
              <a:rPr lang="zh-CN" altLang="en-US" sz="1600" dirty="0">
                <a:solidFill>
                  <a:schemeClr val="tx1"/>
                </a:solidFill>
                <a:latin typeface="黑体" panose="02010609060101010101" pitchFamily="49" charset="-122"/>
              </a:rPr>
              <a:t>组参数为：</a:t>
            </a:r>
            <a:r>
              <a:rPr lang="zh-CN" altLang="en-US" sz="1600" dirty="0">
                <a:solidFill>
                  <a:srgbClr val="00B0F0"/>
                </a:solidFill>
                <a:latin typeface="黑体" panose="02010609060101010101" pitchFamily="49" charset="-122"/>
              </a:rPr>
              <a:t>“</a:t>
            </a:r>
            <a:r>
              <a:rPr lang="en-US" altLang="zh-CN" sz="1600" dirty="0">
                <a:solidFill>
                  <a:srgbClr val="00B0F0"/>
                </a:solidFill>
                <a:latin typeface="黑体" panose="02010609060101010101" pitchFamily="49" charset="-122"/>
              </a:rPr>
              <a:t>var.group[groupIndex]</a:t>
            </a:r>
            <a:r>
              <a:rPr lang="zh-CN" altLang="en-US" sz="1600" dirty="0">
                <a:solidFill>
                  <a:srgbClr val="00B0F0"/>
                </a:solidFill>
                <a:latin typeface="黑体" panose="02010609060101010101" pitchFamily="49" charset="-122"/>
              </a:rPr>
              <a:t>”</a:t>
            </a:r>
            <a:endParaRPr lang="en-US" altLang="zh-CN" sz="1600" dirty="0">
              <a:solidFill>
                <a:srgbClr val="00B0F0"/>
              </a:solidFill>
              <a:latin typeface="黑体" panose="02010609060101010101" pitchFamily="49" charset="-122"/>
            </a:endParaRPr>
          </a:p>
          <a:p>
            <a:r>
              <a:rPr lang="en-US" altLang="zh-CN" sz="1600" dirty="0">
                <a:solidFill>
                  <a:schemeClr val="tx1"/>
                </a:solidFill>
                <a:latin typeface="黑体" panose="02010609060101010101" pitchFamily="49" charset="-122"/>
              </a:rPr>
              <a:t>3.</a:t>
            </a:r>
            <a:r>
              <a:rPr lang="zh-CN" altLang="en-US" sz="1600" dirty="0">
                <a:solidFill>
                  <a:schemeClr val="tx1"/>
                </a:solidFill>
                <a:latin typeface="黑体" panose="02010609060101010101" pitchFamily="49" charset="-122"/>
              </a:rPr>
              <a:t>以参数名称结尾：</a:t>
            </a:r>
            <a:endParaRPr lang="en-US" altLang="zh-CN" sz="1600" dirty="0">
              <a:solidFill>
                <a:schemeClr val="tx1"/>
              </a:solidFill>
              <a:latin typeface="黑体" panose="02010609060101010101" pitchFamily="49" charset="-122"/>
            </a:endParaRPr>
          </a:p>
          <a:p>
            <a:r>
              <a:rPr lang="en-US" altLang="zh-CN" sz="1600" dirty="0">
                <a:solidFill>
                  <a:schemeClr val="tx1"/>
                </a:solidFill>
                <a:latin typeface="黑体" panose="02010609060101010101" pitchFamily="49" charset="-122"/>
              </a:rPr>
              <a:t>	</a:t>
            </a:r>
            <a:r>
              <a:rPr lang="zh-CN" altLang="en-US" sz="1600" dirty="0">
                <a:solidFill>
                  <a:schemeClr val="tx1"/>
                </a:solidFill>
                <a:latin typeface="黑体" panose="02010609060101010101" pitchFamily="49" charset="-122"/>
              </a:rPr>
              <a:t>例如：</a:t>
            </a:r>
            <a:r>
              <a:rPr lang="en-US" altLang="zh-CN" sz="1600" dirty="0">
                <a:solidFill>
                  <a:schemeClr val="tx1"/>
                </a:solidFill>
                <a:latin typeface="黑体" panose="02010609060101010101" pitchFamily="49" charset="-122"/>
              </a:rPr>
              <a:t>0</a:t>
            </a:r>
            <a:r>
              <a:rPr lang="zh-CN" altLang="en-US" sz="1600" dirty="0">
                <a:solidFill>
                  <a:schemeClr val="tx1"/>
                </a:solidFill>
                <a:latin typeface="黑体" panose="02010609060101010101" pitchFamily="49" charset="-122"/>
              </a:rPr>
              <a:t>轴的反馈速度 </a:t>
            </a:r>
            <a:r>
              <a:rPr lang="en-US" altLang="zh-CN" sz="1600" dirty="0">
                <a:solidFill>
                  <a:schemeClr val="tx1"/>
                </a:solidFill>
                <a:latin typeface="黑体" panose="02010609060101010101" pitchFamily="49" charset="-122"/>
              </a:rPr>
              <a:t>vfb</a:t>
            </a:r>
            <a:endParaRPr lang="en-US" altLang="zh-CN" sz="1600" dirty="0">
              <a:solidFill>
                <a:schemeClr val="tx1"/>
              </a:solidFill>
              <a:latin typeface="黑体" panose="02010609060101010101" pitchFamily="49" charset="-122"/>
            </a:endParaRPr>
          </a:p>
          <a:p>
            <a:r>
              <a:rPr lang="zh-CN" altLang="en-US" sz="1600" dirty="0">
                <a:solidFill>
                  <a:schemeClr val="tx1"/>
                </a:solidFill>
                <a:latin typeface="黑体" panose="02010609060101010101" pitchFamily="49" charset="-122"/>
              </a:rPr>
              <a:t>从表中提取该参数，完整的参数名为：</a:t>
            </a:r>
            <a:endParaRPr lang="en-US" altLang="zh-CN" sz="1600" dirty="0">
              <a:solidFill>
                <a:schemeClr val="tx1"/>
              </a:solidFill>
              <a:latin typeface="黑体" panose="02010609060101010101" pitchFamily="49" charset="-122"/>
            </a:endParaRPr>
          </a:p>
          <a:p>
            <a:r>
              <a:rPr lang="en-US" altLang="zh-CN" sz="1600" dirty="0">
                <a:solidFill>
                  <a:schemeClr val="tx1"/>
                </a:solidFill>
                <a:latin typeface="黑体" panose="02010609060101010101" pitchFamily="49" charset="-122"/>
              </a:rPr>
              <a:t>	</a:t>
            </a:r>
            <a:r>
              <a:rPr lang="en-US" altLang="zh-CN" sz="1600" dirty="0">
                <a:solidFill>
                  <a:srgbClr val="00B0F0"/>
                </a:solidFill>
                <a:latin typeface="黑体" panose="02010609060101010101" pitchFamily="49" charset="-122"/>
              </a:rPr>
              <a:t>var.axis[0].vfb</a:t>
            </a:r>
            <a:endParaRPr lang="en-US" altLang="zh-CN" sz="1600" dirty="0">
              <a:solidFill>
                <a:srgbClr val="00B0F0"/>
              </a:solidFill>
              <a:latin typeface="黑体" panose="02010609060101010101" pitchFamily="49" charset="-122"/>
            </a:endParaRPr>
          </a:p>
          <a:p>
            <a:r>
              <a:rPr lang="zh-CN" altLang="en-US" sz="1600" dirty="0">
                <a:solidFill>
                  <a:schemeClr val="tx1"/>
                </a:solidFill>
                <a:latin typeface="黑体" panose="02010609060101010101" pitchFamily="49" charset="-122"/>
              </a:rPr>
              <a:t>如果该参数属于</a:t>
            </a:r>
            <a:r>
              <a:rPr lang="en-US" altLang="zh-CN" sz="1600" dirty="0">
                <a:solidFill>
                  <a:schemeClr val="tx1"/>
                </a:solidFill>
                <a:latin typeface="黑体" panose="02010609060101010101" pitchFamily="49" charset="-122"/>
              </a:rPr>
              <a:t>0</a:t>
            </a:r>
            <a:r>
              <a:rPr lang="zh-CN" altLang="en-US" sz="1600" dirty="0">
                <a:solidFill>
                  <a:schemeClr val="tx1"/>
                </a:solidFill>
                <a:latin typeface="黑体" panose="02010609060101010101" pitchFamily="49" charset="-122"/>
              </a:rPr>
              <a:t>组，则还可以提取到该参数为：</a:t>
            </a:r>
            <a:endParaRPr lang="en-US" altLang="zh-CN" sz="1600" dirty="0">
              <a:solidFill>
                <a:schemeClr val="tx1"/>
              </a:solidFill>
              <a:latin typeface="黑体" panose="02010609060101010101" pitchFamily="49" charset="-122"/>
            </a:endParaRPr>
          </a:p>
          <a:p>
            <a:r>
              <a:rPr lang="en-US" altLang="zh-CN" sz="1600" dirty="0">
                <a:solidFill>
                  <a:schemeClr val="tx1"/>
                </a:solidFill>
                <a:latin typeface="黑体" panose="02010609060101010101" pitchFamily="49" charset="-122"/>
              </a:rPr>
              <a:t>	</a:t>
            </a:r>
            <a:r>
              <a:rPr lang="en-US" altLang="zh-CN" sz="1600" dirty="0">
                <a:solidFill>
                  <a:srgbClr val="00B0F0"/>
                </a:solidFill>
                <a:latin typeface="黑体" panose="02010609060101010101" pitchFamily="49" charset="-122"/>
              </a:rPr>
              <a:t>var.group[0].vfb[0]</a:t>
            </a:r>
            <a:endParaRPr lang="zh-CN" altLang="en-US" sz="1600" dirty="0">
              <a:solidFill>
                <a:srgbClr val="00B0F0"/>
              </a:solidFill>
              <a:latin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529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5529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2"/>
                </a:solidFill>
                <a:effectLst/>
                <a:uLnTx/>
                <a:uFillTx/>
                <a:latin typeface="+mn-ea"/>
                <a:ea typeface="+mj-ea"/>
                <a:cs typeface="+mj-cs"/>
              </a:rPr>
              <a:t>2.</a:t>
            </a:r>
            <a:r>
              <a:rPr kumimoji="0" lang="zh-CN" altLang="en-US" sz="2400" b="1" i="0" u="none" strike="noStrike" kern="0" cap="none" spc="0" normalizeH="0" baseline="0" noProof="0" dirty="0">
                <a:ln>
                  <a:noFill/>
                </a:ln>
                <a:solidFill>
                  <a:schemeClr val="tx2"/>
                </a:solidFill>
                <a:effectLst/>
                <a:uLnTx/>
                <a:uFillTx/>
                <a:latin typeface="+mn-ea"/>
                <a:ea typeface="+mj-ea"/>
                <a:cs typeface="+mj-cs"/>
              </a:rPr>
              <a:t>参考资料使用</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pic>
        <p:nvPicPr>
          <p:cNvPr id="55301" name="图片 4"/>
          <p:cNvPicPr>
            <a:picLocks noChangeAspect="1"/>
          </p:cNvPicPr>
          <p:nvPr/>
        </p:nvPicPr>
        <p:blipFill>
          <a:blip r:embed="rId2"/>
          <a:stretch>
            <a:fillRect/>
          </a:stretch>
        </p:blipFill>
        <p:spPr>
          <a:xfrm>
            <a:off x="904875" y="1063625"/>
            <a:ext cx="6403975" cy="3822700"/>
          </a:xfrm>
          <a:prstGeom prst="rect">
            <a:avLst/>
          </a:prstGeom>
          <a:noFill/>
          <a:ln w="9525">
            <a:noFill/>
          </a:ln>
        </p:spPr>
      </p:pic>
      <p:sp>
        <p:nvSpPr>
          <p:cNvPr id="55302" name="矩形 5"/>
          <p:cNvSpPr/>
          <p:nvPr/>
        </p:nvSpPr>
        <p:spPr>
          <a:xfrm>
            <a:off x="904875" y="757238"/>
            <a:ext cx="7850188" cy="307975"/>
          </a:xfrm>
          <a:prstGeom prst="rect">
            <a:avLst/>
          </a:prstGeom>
          <a:noFill/>
          <a:ln w="9525">
            <a:noFill/>
          </a:ln>
        </p:spPr>
        <p:txBody>
          <a:bodyPr>
            <a:spAutoFit/>
          </a:bodyPr>
          <a:p>
            <a:r>
              <a:rPr lang="zh-CN" altLang="en-US" sz="1400" dirty="0">
                <a:latin typeface="微软雅黑" panose="020B0503020204020204" pitchFamily="34" charset="-122"/>
              </a:rPr>
              <a:t>华数</a:t>
            </a:r>
            <a:r>
              <a:rPr lang="en-US" altLang="zh-CN" sz="1400" dirty="0">
                <a:latin typeface="微软雅黑" panose="020B0503020204020204" pitchFamily="34" charset="-122"/>
              </a:rPr>
              <a:t>Ⅲ</a:t>
            </a:r>
            <a:r>
              <a:rPr lang="zh-CN" altLang="en-US" sz="1400" dirty="0">
                <a:latin typeface="微软雅黑" panose="020B0503020204020204" pitchFamily="34" charset="-122"/>
              </a:rPr>
              <a:t>型业务层接口文档</a:t>
            </a:r>
            <a:r>
              <a:rPr lang="en-US" altLang="zh-CN" sz="1400" dirty="0">
                <a:solidFill>
                  <a:schemeClr val="tx1"/>
                </a:solidFill>
                <a:latin typeface="微软雅黑" panose="020B0503020204020204" pitchFamily="34" charset="-122"/>
              </a:rPr>
              <a:t>--</a:t>
            </a:r>
            <a:r>
              <a:rPr lang="zh-CN" altLang="en-US" sz="1400" dirty="0">
                <a:solidFill>
                  <a:schemeClr val="tx1"/>
                </a:solidFill>
                <a:latin typeface="微软雅黑" panose="020B0503020204020204" pitchFamily="34" charset="-122"/>
              </a:rPr>
              <a:t>列举了华数</a:t>
            </a:r>
            <a:r>
              <a:rPr lang="en-US" altLang="zh-CN" sz="1400" dirty="0">
                <a:solidFill>
                  <a:schemeClr val="tx1"/>
                </a:solidFill>
                <a:latin typeface="微软雅黑" panose="020B0503020204020204" pitchFamily="34" charset="-122"/>
              </a:rPr>
              <a:t>Ⅲ</a:t>
            </a:r>
            <a:r>
              <a:rPr lang="zh-CN" altLang="en-US" sz="1400" dirty="0">
                <a:solidFill>
                  <a:schemeClr val="tx1"/>
                </a:solidFill>
                <a:latin typeface="微软雅黑" panose="020B0503020204020204" pitchFamily="34" charset="-122"/>
              </a:rPr>
              <a:t>型所有业务层命令。用于执行命令接口</a:t>
            </a:r>
            <a:endParaRPr lang="zh-CN" altLang="en-US" sz="1400" dirty="0">
              <a:solidFill>
                <a:schemeClr val="tx1"/>
              </a:solidFill>
              <a:latin typeface="微软雅黑" panose="020B0503020204020204" pitchFamily="3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5734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838200" y="617538"/>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3-1.CommApi-</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连接</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6" name="文本框 5"/>
          <p:cNvSpPr txBox="1"/>
          <p:nvPr/>
        </p:nvSpPr>
        <p:spPr>
          <a:xfrm>
            <a:off x="923925" y="1025525"/>
            <a:ext cx="6954838" cy="523875"/>
          </a:xfrm>
          <a:prstGeom prst="rect">
            <a:avLst/>
          </a:prstGeom>
          <a:noFill/>
        </p:spPr>
        <p:txBody>
          <a:bodyPr>
            <a:spAutoFit/>
          </a:bodyPr>
          <a:lstStyle/>
          <a:p>
            <a:pPr marR="0" defTabSz="914400">
              <a:buClrTx/>
              <a:buSzTx/>
              <a:buFontTx/>
              <a:buNone/>
              <a:defRPr/>
            </a:pPr>
            <a:r>
              <a:rPr kumimoji="0" lang="zh-CN" altLang="en-US" sz="1400" kern="1200" cap="none" spc="0" normalizeH="0" baseline="0" noProof="0" dirty="0">
                <a:solidFill>
                  <a:schemeClr val="tx1"/>
                </a:solidFill>
                <a:latin typeface="+mn-ea"/>
                <a:ea typeface="微软雅黑" panose="020B0503020204020204" pitchFamily="34" charset="-122"/>
                <a:cs typeface="+mn-cs"/>
              </a:rPr>
              <a:t>使用二次开发接口与控制器建立通讯连接是使用二次开发接口实现其它任何事的前提。即：</a:t>
            </a:r>
            <a:endParaRPr kumimoji="0" lang="en-US" altLang="zh-CN"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7" name="文本框 6">
            <a:hlinkClick r:id="rId2" action="ppaction://hlinksldjump"/>
          </p:cNvPr>
          <p:cNvSpPr txBox="1"/>
          <p:nvPr/>
        </p:nvSpPr>
        <p:spPr>
          <a:xfrm>
            <a:off x="996950" y="2787650"/>
            <a:ext cx="6899275"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CommApi</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connect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const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std</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::string &amp;</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strIp</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uint16_t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uPort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941388" y="1679575"/>
            <a:ext cx="6954838" cy="338138"/>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所有的操作都必须在成功连接的基础上操作</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hlinkClick r:id="rId2" action="ppaction://hlinksldjump"/>
          </p:cNvPr>
          <p:cNvSpPr txBox="1"/>
          <p:nvPr/>
        </p:nvSpPr>
        <p:spPr>
          <a:xfrm>
            <a:off x="996950" y="3157538"/>
            <a:ext cx="6899275"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CommApi</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setAutoConn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(bool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en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nvSpPr>
        <p:spPr>
          <a:xfrm>
            <a:off x="941388" y="2398713"/>
            <a:ext cx="6096000" cy="33813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rPr>
              <a:t>●</a:t>
            </a:r>
            <a:r>
              <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rPr>
              <a:t>分析需要使用的功能接口：</a:t>
            </a:r>
            <a:r>
              <a:rPr kumimoji="0" lang="zh-CN" altLang="en-US"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查找二次开发接口使用文档</a:t>
            </a:r>
            <a:endParaRPr kumimoji="0" lang="en-US" altLang="zh-CN" sz="16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endParaRPr>
          </a:p>
        </p:txBody>
      </p:sp>
      <p:sp>
        <p:nvSpPr>
          <p:cNvPr id="12" name="文本框 11"/>
          <p:cNvSpPr txBox="1"/>
          <p:nvPr/>
        </p:nvSpPr>
        <p:spPr>
          <a:xfrm>
            <a:off x="971550" y="3941763"/>
            <a:ext cx="6907213" cy="307975"/>
          </a:xfrm>
          <a:prstGeom prst="rect">
            <a:avLst/>
          </a:prstGeom>
          <a:noFill/>
        </p:spPr>
        <p:txBody>
          <a:bodyPr>
            <a:spAutoFit/>
          </a:bodyPr>
          <a:lstStyle/>
          <a:p>
            <a:pPr marR="0" defTabSz="914400">
              <a:buClrTx/>
              <a:buSzTx/>
              <a:buFontTx/>
              <a:buNone/>
              <a:defRPr/>
            </a:pPr>
            <a:r>
              <a:rPr kumimoji="0" lang="zh-CN" altLang="en-US" sz="1400" kern="1200" cap="none" spc="0" normalizeH="0" baseline="0" noProof="0" dirty="0">
                <a:solidFill>
                  <a:schemeClr val="tx1"/>
                </a:solidFill>
                <a:latin typeface="+mn-ea"/>
                <a:ea typeface="微软雅黑" panose="020B0503020204020204" pitchFamily="34" charset="-122"/>
                <a:cs typeface="+mn-cs"/>
              </a:rPr>
              <a:t>操作步骤：</a:t>
            </a:r>
            <a:endParaRPr kumimoji="0" lang="en-US" altLang="zh-CN" sz="1400" kern="1200" cap="none" spc="0" normalizeH="0" baseline="0" noProof="0" dirty="0">
              <a:solidFill>
                <a:schemeClr val="tx1"/>
              </a:solidFill>
              <a:latin typeface="+mn-ea"/>
              <a:ea typeface="微软雅黑" panose="020B0503020204020204" pitchFamily="34" charset="-122"/>
              <a:cs typeface="+mn-cs"/>
            </a:endParaRPr>
          </a:p>
        </p:txBody>
      </p:sp>
      <p:sp>
        <p:nvSpPr>
          <p:cNvPr id="13" name="矩形 12">
            <a:hlinkClick r:id="" action="ppaction://noaction"/>
          </p:cNvPr>
          <p:cNvSpPr/>
          <p:nvPr/>
        </p:nvSpPr>
        <p:spPr>
          <a:xfrm>
            <a:off x="971550" y="4295775"/>
            <a:ext cx="1604963" cy="277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1.</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构造通信客户端</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14" name="矩形 13"/>
          <p:cNvSpPr/>
          <p:nvPr/>
        </p:nvSpPr>
        <p:spPr>
          <a:xfrm>
            <a:off x="2871788" y="4298950"/>
            <a:ext cx="1771650" cy="2746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设置自动重连模式</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15" name="矩形 14"/>
          <p:cNvSpPr/>
          <p:nvPr/>
        </p:nvSpPr>
        <p:spPr>
          <a:xfrm>
            <a:off x="4940300" y="4295775"/>
            <a:ext cx="846138" cy="277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 连接</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6" name="直接箭头连接符 15"/>
          <p:cNvCxnSpPr>
            <a:stCxn id="13" idx="3"/>
            <a:endCxn id="14" idx="1"/>
          </p:cNvCxnSpPr>
          <p:nvPr/>
        </p:nvCxnSpPr>
        <p:spPr>
          <a:xfrm>
            <a:off x="2576513" y="4433888"/>
            <a:ext cx="29527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4" idx="3"/>
            <a:endCxn id="15" idx="1"/>
          </p:cNvCxnSpPr>
          <p:nvPr/>
        </p:nvCxnSpPr>
        <p:spPr>
          <a:xfrm flipV="1">
            <a:off x="4643438" y="4433888"/>
            <a:ext cx="296863"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941388" y="2112963"/>
            <a:ext cx="6096000" cy="339725"/>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rPr>
              <a:t>●</a:t>
            </a:r>
            <a:r>
              <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rPr>
              <a:t>需求：</a:t>
            </a:r>
            <a:r>
              <a:rPr kumimoji="0" lang="zh-CN" altLang="en-US"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建立与控制器的通讯连接</a:t>
            </a:r>
            <a:endParaRPr kumimoji="0" lang="en-US" altLang="zh-CN" sz="16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endParaRPr>
          </a:p>
        </p:txBody>
      </p:sp>
      <p:sp>
        <p:nvSpPr>
          <p:cNvPr id="27" name="文本框 26"/>
          <p:cNvSpPr txBox="1"/>
          <p:nvPr/>
        </p:nvSpPr>
        <p:spPr>
          <a:xfrm>
            <a:off x="1001713" y="3536950"/>
            <a:ext cx="6894513"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CommApi</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isConnect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28" name="矩形 27"/>
          <p:cNvSpPr/>
          <p:nvPr/>
        </p:nvSpPr>
        <p:spPr>
          <a:xfrm>
            <a:off x="6073775" y="4295775"/>
            <a:ext cx="1509713" cy="2778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4.</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 查询连接状态</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5" name="直接箭头连接符 24"/>
          <p:cNvCxnSpPr>
            <a:stCxn id="15" idx="3"/>
            <a:endCxn id="28" idx="1"/>
          </p:cNvCxnSpPr>
          <p:nvPr/>
        </p:nvCxnSpPr>
        <p:spPr bwMode="auto">
          <a:xfrm>
            <a:off x="5786438" y="4433888"/>
            <a:ext cx="287338" cy="0"/>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939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5939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838200" y="617538"/>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3-1.CommApi-</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连接</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20" name="文本框 19"/>
          <p:cNvSpPr txBox="1"/>
          <p:nvPr/>
        </p:nvSpPr>
        <p:spPr>
          <a:xfrm>
            <a:off x="941388" y="2781300"/>
            <a:ext cx="6954838" cy="181610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Hsc3::</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Comm</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CommApi</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cmApi</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构造通信客户端</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cmApi.setAutoConn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设置非自动重连模式</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cmApi.connect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(“10.10.56.214”,23234);//</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连接</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Sleep(500);</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if(</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cmApi.isConnected</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查询连接状态</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Do something...</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cmApi.disconnect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断开连接</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949325" y="1573213"/>
            <a:ext cx="6938963" cy="33813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断开链接：</a:t>
            </a:r>
            <a:r>
              <a:rPr kumimoji="0" lang="en-US" altLang="zh-CN" sz="16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CommApi</a:t>
            </a: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disconnect</a:t>
            </a: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23" name="矩形 22">
            <a:hlinkClick r:id="" action="ppaction://noaction"/>
          </p:cNvPr>
          <p:cNvSpPr/>
          <p:nvPr/>
        </p:nvSpPr>
        <p:spPr>
          <a:xfrm>
            <a:off x="971550" y="2416175"/>
            <a:ext cx="812800"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1.</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连接</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24" name="矩形 23"/>
          <p:cNvSpPr/>
          <p:nvPr/>
        </p:nvSpPr>
        <p:spPr>
          <a:xfrm>
            <a:off x="2012950" y="2417763"/>
            <a:ext cx="4395788"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2.Do Something </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25" name="矩形 24"/>
          <p:cNvSpPr/>
          <p:nvPr/>
        </p:nvSpPr>
        <p:spPr>
          <a:xfrm>
            <a:off x="6637338" y="2417763"/>
            <a:ext cx="1258888"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断开连接 </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6" name="直接箭头连接符 25"/>
          <p:cNvCxnSpPr>
            <a:stCxn id="23" idx="3"/>
            <a:endCxn id="24" idx="1"/>
          </p:cNvCxnSpPr>
          <p:nvPr/>
        </p:nvCxnSpPr>
        <p:spPr>
          <a:xfrm>
            <a:off x="1784350" y="2552700"/>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4" idx="3"/>
            <a:endCxn id="25" idx="1"/>
          </p:cNvCxnSpPr>
          <p:nvPr/>
        </p:nvCxnSpPr>
        <p:spPr>
          <a:xfrm flipV="1">
            <a:off x="6408738" y="2552700"/>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405" name="文本框 27"/>
          <p:cNvSpPr txBox="1"/>
          <p:nvPr/>
        </p:nvSpPr>
        <p:spPr>
          <a:xfrm>
            <a:off x="917575" y="1993900"/>
            <a:ext cx="6978650" cy="307975"/>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通过以上分析，可以得出二次开发接口使用的通用操作：</a:t>
            </a:r>
            <a:endParaRPr lang="zh-CN" altLang="en-US" sz="1400" dirty="0">
              <a:solidFill>
                <a:schemeClr val="tx1"/>
              </a:solidFill>
              <a:latin typeface="黑体" panose="02010609060101010101" pitchFamily="49" charset="-122"/>
            </a:endParaRPr>
          </a:p>
        </p:txBody>
      </p:sp>
      <p:sp>
        <p:nvSpPr>
          <p:cNvPr id="59406" name="文本框 40"/>
          <p:cNvSpPr txBox="1"/>
          <p:nvPr/>
        </p:nvSpPr>
        <p:spPr>
          <a:xfrm>
            <a:off x="838200" y="1020763"/>
            <a:ext cx="7058025" cy="522287"/>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由于系统允许同时连接的通讯客户端数量有限（</a:t>
            </a:r>
            <a:r>
              <a:rPr lang="en-US" altLang="zh-CN" sz="1400" dirty="0">
                <a:solidFill>
                  <a:schemeClr val="tx1"/>
                </a:solidFill>
                <a:latin typeface="黑体" panose="02010609060101010101" pitchFamily="49" charset="-122"/>
              </a:rPr>
              <a:t>4</a:t>
            </a:r>
            <a:r>
              <a:rPr lang="zh-CN" altLang="en-US" sz="1400" dirty="0">
                <a:solidFill>
                  <a:schemeClr val="tx1"/>
                </a:solidFill>
                <a:latin typeface="黑体" panose="02010609060101010101" pitchFamily="49" charset="-122"/>
              </a:rPr>
              <a:t>个），如果不再使用或者长时间不用应该释放这一资源。</a:t>
            </a:r>
            <a:endParaRPr lang="en-US" altLang="zh-CN" sz="1400" dirty="0">
              <a:solidFill>
                <a:schemeClr val="tx1"/>
              </a:solidFill>
              <a:latin typeface="黑体" panose="02010609060101010101" pitchFamily="49"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4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6144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9" name="矩形 8"/>
          <p:cNvSpPr/>
          <p:nvPr/>
        </p:nvSpPr>
        <p:spPr>
          <a:xfrm>
            <a:off x="611188" y="630238"/>
            <a:ext cx="6872288"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3-2.</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响应报警</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12" name="文本框 11"/>
          <p:cNvSpPr txBox="1"/>
          <p:nvPr/>
        </p:nvSpPr>
        <p:spPr>
          <a:xfrm>
            <a:off x="838200" y="2228850"/>
            <a:ext cx="6953250" cy="307975"/>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mn-ea"/>
                <a:cs typeface="+mn-cs"/>
              </a:rPr>
              <a:t>●</a:t>
            </a:r>
            <a:r>
              <a:rPr kumimoji="0" lang="zh-CN" altLang="en-US" sz="1400" kern="1200" cap="none" spc="0" normalizeH="0" baseline="0" noProof="0" dirty="0">
                <a:solidFill>
                  <a:schemeClr val="tx1"/>
                </a:solidFill>
                <a:latin typeface="+mn-ea"/>
                <a:ea typeface="+mn-ea"/>
                <a:cs typeface="+mn-cs"/>
              </a:rPr>
              <a:t>需求：响应系统报警。</a:t>
            </a:r>
            <a:endParaRPr kumimoji="0" lang="en-US" altLang="zh-CN" sz="1400" kern="1200" cap="none" spc="0" normalizeH="0" baseline="0" noProof="0" dirty="0">
              <a:solidFill>
                <a:schemeClr val="tx1"/>
              </a:solidFill>
              <a:latin typeface="+mn-ea"/>
              <a:ea typeface="+mn-ea"/>
              <a:cs typeface="+mn-cs"/>
            </a:endParaRPr>
          </a:p>
        </p:txBody>
      </p:sp>
      <p:sp>
        <p:nvSpPr>
          <p:cNvPr id="13" name="文本框 12"/>
          <p:cNvSpPr txBox="1"/>
          <p:nvPr/>
        </p:nvSpPr>
        <p:spPr>
          <a:xfrm>
            <a:off x="828675" y="2457450"/>
            <a:ext cx="6954838" cy="306388"/>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mn-ea"/>
                <a:cs typeface="+mn-cs"/>
              </a:rPr>
              <a:t>●</a:t>
            </a:r>
            <a:r>
              <a:rPr kumimoji="0" lang="zh-CN" altLang="en-US" sz="1400" kern="1200" cap="none" spc="0" normalizeH="0" baseline="0" noProof="0" dirty="0">
                <a:solidFill>
                  <a:schemeClr val="tx1"/>
                </a:solidFill>
                <a:latin typeface="+mn-ea"/>
                <a:ea typeface="+mn-ea"/>
                <a:cs typeface="+mn-cs"/>
              </a:rPr>
              <a:t>分析需求：获取报警和复位报警。</a:t>
            </a:r>
            <a:endParaRPr kumimoji="0" lang="en-US" altLang="zh-CN" sz="1400" kern="1200" cap="none" spc="0" normalizeH="0" baseline="0" noProof="0" dirty="0">
              <a:solidFill>
                <a:schemeClr val="tx1"/>
              </a:solidFill>
              <a:latin typeface="+mn-ea"/>
              <a:ea typeface="+mn-ea"/>
              <a:cs typeface="+mn-cs"/>
            </a:endParaRPr>
          </a:p>
        </p:txBody>
      </p:sp>
      <p:sp>
        <p:nvSpPr>
          <p:cNvPr id="14" name="文本框 13"/>
          <p:cNvSpPr txBox="1"/>
          <p:nvPr/>
        </p:nvSpPr>
        <p:spPr>
          <a:xfrm>
            <a:off x="847725" y="3471863"/>
            <a:ext cx="6954838" cy="30638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rgbClr val="00B0F0"/>
                </a:solidFill>
                <a:effectLst/>
                <a:uLnTx/>
                <a:uFillTx/>
                <a:latin typeface="微软雅黑" panose="020B0503020204020204" pitchFamily="34" charset="-122"/>
                <a:ea typeface="微软雅黑" panose="020B0503020204020204" pitchFamily="34" charset="-122"/>
                <a:cs typeface="+mn-cs"/>
              </a:rPr>
              <a:t>proxySys</a:t>
            </a:r>
            <a:r>
              <a:rPr kumimoji="0" lang="en-US" altLang="zh-CN" sz="14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reset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nvSpPr>
        <p:spPr>
          <a:xfrm>
            <a:off x="1384300" y="4294188"/>
            <a:ext cx="1674813" cy="263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1.</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获取报警信息</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16" name="矩形 15"/>
          <p:cNvSpPr/>
          <p:nvPr/>
        </p:nvSpPr>
        <p:spPr>
          <a:xfrm>
            <a:off x="5716588" y="4294188"/>
            <a:ext cx="1158875" cy="263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复位报警</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7" name="直接箭头连接符 16"/>
          <p:cNvCxnSpPr>
            <a:stCxn id="15" idx="3"/>
            <a:endCxn id="23" idx="1"/>
          </p:cNvCxnSpPr>
          <p:nvPr/>
        </p:nvCxnSpPr>
        <p:spPr>
          <a:xfrm flipV="1">
            <a:off x="3059113" y="4425950"/>
            <a:ext cx="5095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47725" y="3867150"/>
            <a:ext cx="6954838" cy="307975"/>
          </a:xfrm>
          <a:prstGeom prst="rect">
            <a:avLst/>
          </a:prstGeom>
          <a:noFill/>
        </p:spPr>
        <p:txBody>
          <a:bodyPr>
            <a:spAutoFit/>
          </a:bodyPr>
          <a:lstStyle/>
          <a:p>
            <a:pPr marR="0" defTabSz="914400">
              <a:buClrTx/>
              <a:buSzTx/>
              <a:buFontTx/>
              <a:buNone/>
              <a:defRPr/>
            </a:pPr>
            <a:r>
              <a:rPr kumimoji="0" lang="zh-CN" altLang="en-US" sz="1400" kern="1200" cap="none" spc="0" normalizeH="0" baseline="0" noProof="0" dirty="0">
                <a:solidFill>
                  <a:schemeClr val="tx1"/>
                </a:solidFill>
                <a:latin typeface="+mn-ea"/>
                <a:ea typeface="+mn-ea"/>
                <a:cs typeface="+mn-cs"/>
              </a:rPr>
              <a:t>操作步骤：</a:t>
            </a:r>
            <a:endParaRPr kumimoji="0" lang="en-US" altLang="zh-CN" sz="1400" kern="1200" cap="none" spc="0" normalizeH="0" baseline="0" noProof="0" dirty="0">
              <a:solidFill>
                <a:schemeClr val="tx1"/>
              </a:solidFill>
              <a:latin typeface="+mn-ea"/>
              <a:ea typeface="+mn-ea"/>
              <a:cs typeface="+mn-cs"/>
            </a:endParaRPr>
          </a:p>
        </p:txBody>
      </p:sp>
      <p:sp>
        <p:nvSpPr>
          <p:cNvPr id="19" name="文本框 18"/>
          <p:cNvSpPr txBox="1"/>
          <p:nvPr/>
        </p:nvSpPr>
        <p:spPr>
          <a:xfrm>
            <a:off x="838200" y="1587500"/>
            <a:ext cx="6954838" cy="584200"/>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2.</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错误报警在复位之前不能进行其它操作，警告报警及严重程度更低的报警在复位之前可以继续其它操作</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828675" y="2690813"/>
            <a:ext cx="6954838" cy="307975"/>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ea"/>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ea"/>
                <a:ea typeface="+mn-ea"/>
                <a:cs typeface="+mn-cs"/>
              </a:rPr>
              <a:t>分析需要使用的功能接口：查找二次开发接口使用文档</a:t>
            </a:r>
            <a:endParaRPr kumimoji="0" lang="en-US" altLang="zh-CN" sz="1400" b="0" i="0" u="none" strike="noStrike" kern="1200" cap="none" spc="0" normalizeH="0" baseline="0" noProof="0" dirty="0">
              <a:ln>
                <a:noFill/>
              </a:ln>
              <a:solidFill>
                <a:schemeClr val="tx1"/>
              </a:solidFill>
              <a:effectLst/>
              <a:uLnTx/>
              <a:uFillTx/>
              <a:latin typeface="+mn-ea"/>
              <a:ea typeface="+mn-ea"/>
              <a:cs typeface="+mn-cs"/>
            </a:endParaRPr>
          </a:p>
        </p:txBody>
      </p:sp>
      <p:sp>
        <p:nvSpPr>
          <p:cNvPr id="21" name="矩形 20">
            <a:hlinkClick r:id="rId2" action="ppaction://hlinksldjump"/>
          </p:cNvPr>
          <p:cNvSpPr/>
          <p:nvPr/>
        </p:nvSpPr>
        <p:spPr>
          <a:xfrm>
            <a:off x="847725" y="3081338"/>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proxySys</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getMessage</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(level, code,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strMsg</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ulWaitTime</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hlinkClick r:id="" action="ppaction://noaction"/>
              </a:rPr>
              <a:t> </a:t>
            </a:r>
            <a:endPar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838200" y="1055688"/>
            <a:ext cx="7118350" cy="522288"/>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mn-ea"/>
                <a:cs typeface="+mn-cs"/>
              </a:rPr>
              <a:t>    </a:t>
            </a:r>
            <a:r>
              <a:rPr kumimoji="0" lang="zh-CN" altLang="en-US" sz="1400" kern="1200" cap="none" spc="0" normalizeH="0" baseline="0" noProof="0" dirty="0">
                <a:solidFill>
                  <a:schemeClr val="tx1"/>
                </a:solidFill>
                <a:latin typeface="+mn-ea"/>
                <a:ea typeface="+mn-ea"/>
                <a:cs typeface="+mn-cs"/>
              </a:rPr>
              <a:t>系统报警，说明当前存在某种违反系统规则的操作。此时应该对系统报警及时处理，以免造成更严重的后果。</a:t>
            </a:r>
            <a:endParaRPr kumimoji="0" lang="zh-CN" altLang="en-US" sz="1400" kern="1200" cap="none" spc="0" normalizeH="0" baseline="0" noProof="0" dirty="0">
              <a:solidFill>
                <a:schemeClr val="tx1"/>
              </a:solidFill>
              <a:latin typeface="+mn-ea"/>
              <a:ea typeface="+mn-ea"/>
              <a:cs typeface="+mn-cs"/>
            </a:endParaRPr>
          </a:p>
        </p:txBody>
      </p:sp>
      <p:sp>
        <p:nvSpPr>
          <p:cNvPr id="23" name="矩形 22"/>
          <p:cNvSpPr/>
          <p:nvPr/>
        </p:nvSpPr>
        <p:spPr>
          <a:xfrm>
            <a:off x="3568700" y="4292600"/>
            <a:ext cx="1724025" cy="265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处理报警</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4" name="直接箭头连接符 23"/>
          <p:cNvCxnSpPr>
            <a:stCxn id="23" idx="3"/>
            <a:endCxn id="16" idx="1"/>
          </p:cNvCxnSpPr>
          <p:nvPr/>
        </p:nvCxnSpPr>
        <p:spPr>
          <a:xfrm>
            <a:off x="5292725" y="4425950"/>
            <a:ext cx="4238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349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6349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747713" y="1574800"/>
            <a:ext cx="6824663" cy="310991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Thread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thrd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thrd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Hsc3::</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Hsc3::proxy::</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ProxySys</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pSys</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while (running)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ret =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pSys.getMessage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3000);</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switch (ret)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报警处理</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63494" name="矩形 5"/>
          <p:cNvSpPr/>
          <p:nvPr/>
        </p:nvSpPr>
        <p:spPr>
          <a:xfrm>
            <a:off x="747713" y="1184275"/>
            <a:ext cx="7034212" cy="307975"/>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最好是开辟一条单独的线程专门响应系统报警，以免系统报警得不到及时处理。</a:t>
            </a:r>
            <a:endParaRPr lang="en-US" altLang="zh-CN" sz="1400" dirty="0">
              <a:solidFill>
                <a:schemeClr val="tx1"/>
              </a:solidFill>
              <a:latin typeface="黑体" panose="02010609060101010101" pitchFamily="49" charset="-122"/>
            </a:endParaRPr>
          </a:p>
        </p:txBody>
      </p:sp>
      <p:sp>
        <p:nvSpPr>
          <p:cNvPr id="7" name="矩形 6"/>
          <p:cNvSpPr/>
          <p:nvPr/>
        </p:nvSpPr>
        <p:spPr>
          <a:xfrm>
            <a:off x="611188" y="630238"/>
            <a:ext cx="6872288"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3-2.</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响应报警</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553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6553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14" name="矩形 13"/>
          <p:cNvSpPr/>
          <p:nvPr/>
        </p:nvSpPr>
        <p:spPr>
          <a:xfrm>
            <a:off x="603250" y="633413"/>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3-3.1 </a:t>
            </a:r>
            <a:r>
              <a:rPr kumimoji="0" lang="en-US" altLang="zh-CN" sz="1800" b="0" i="0" u="none" strike="noStrike" kern="1200" cap="none" spc="0" normalizeH="0" baseline="0" noProof="0" dirty="0" err="1">
                <a:ln>
                  <a:noFill/>
                </a:ln>
                <a:solidFill>
                  <a:schemeClr val="accent1"/>
                </a:solidFill>
                <a:effectLst/>
                <a:uLnTx/>
                <a:uFillTx/>
                <a:latin typeface="+mn-ea"/>
                <a:ea typeface="+mn-ea"/>
                <a:cs typeface="+mn-cs"/>
              </a:rPr>
              <a:t>ProxyMotion</a:t>
            </a: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单轴运动</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15" name="文本框 14"/>
          <p:cNvSpPr txBox="1"/>
          <p:nvPr/>
        </p:nvSpPr>
        <p:spPr>
          <a:xfrm>
            <a:off x="838200" y="1009650"/>
            <a:ext cx="6954838" cy="307975"/>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mn-ea"/>
                <a:ea typeface="微软雅黑" panose="020B0503020204020204" pitchFamily="34" charset="-122"/>
                <a:cs typeface="+mn-cs"/>
              </a:rPr>
              <a:t>需求：</a:t>
            </a:r>
            <a:r>
              <a:rPr kumimoji="0" lang="zh-CN" altLang="en-US"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控制机械臂做单轴运动</a:t>
            </a:r>
            <a:endParaRPr kumimoji="0" lang="en-US" altLang="zh-CN"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16" name="文本框 15"/>
          <p:cNvSpPr txBox="1"/>
          <p:nvPr/>
        </p:nvSpPr>
        <p:spPr>
          <a:xfrm>
            <a:off x="838200" y="1301750"/>
            <a:ext cx="6954838" cy="522288"/>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黑体" panose="02010609060101010101" pitchFamily="49" charset="-122"/>
                <a:ea typeface="微软雅黑" panose="020B0503020204020204" pitchFamily="34" charset="-122"/>
                <a:cs typeface="+mn-cs"/>
              </a:rPr>
              <a:t>分析需求：</a:t>
            </a:r>
            <a:r>
              <a:rPr kumimoji="0" lang="zh-CN" altLang="en-US" sz="1400" kern="1200" cap="none" spc="0" normalizeH="0" baseline="0" noProof="0" dirty="0">
                <a:solidFill>
                  <a:schemeClr val="tx1"/>
                </a:solidFill>
                <a:latin typeface="+mn-ea"/>
                <a:ea typeface="+mn-ea"/>
                <a:cs typeface="+mn-cs"/>
              </a:rPr>
              <a:t>需要</a:t>
            </a:r>
            <a:r>
              <a:rPr kumimoji="0" lang="zh-CN" altLang="en-US"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控制开始运动，停止运动，检查是否在运动中。</a:t>
            </a:r>
            <a:endParaRPr kumimoji="0" lang="en-US" altLang="zh-CN"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a:p>
            <a:pPr marR="0" defTabSz="914400">
              <a:buClrTx/>
              <a:buSzTx/>
              <a:buFontTx/>
              <a:buNone/>
              <a:defRPr/>
            </a:pPr>
            <a:r>
              <a:rPr kumimoji="0" lang="zh-CN" altLang="en-US"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单轴运动：包括关节轴和空间轴。</a:t>
            </a:r>
            <a:endParaRPr kumimoji="0" lang="en-US" altLang="zh-CN"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17" name="文本框 16"/>
          <p:cNvSpPr txBox="1"/>
          <p:nvPr/>
        </p:nvSpPr>
        <p:spPr>
          <a:xfrm>
            <a:off x="838200" y="1800225"/>
            <a:ext cx="7104063" cy="307975"/>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黑体" panose="02010609060101010101" pitchFamily="49" charset="-122"/>
                <a:ea typeface="微软雅黑" panose="020B0503020204020204" pitchFamily="34" charset="-122"/>
                <a:cs typeface="+mn-cs"/>
              </a:rPr>
              <a:t>分析需要使用的功能接口：</a:t>
            </a:r>
            <a:r>
              <a:rPr kumimoji="0" lang="zh-CN" altLang="en-US"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查找二次开发接口使用文档</a:t>
            </a:r>
            <a:endParaRPr kumimoji="0" lang="en-US" altLang="zh-CN" sz="1400" kern="1200" cap="none" spc="0" normalizeH="0" baseline="0" noProof="0" dirty="0">
              <a:solidFill>
                <a:schemeClr val="tx1"/>
              </a:solidFill>
              <a:latin typeface="黑体" panose="02010609060101010101" pitchFamily="49" charset="-122"/>
              <a:ea typeface="微软雅黑" panose="020B0503020204020204" pitchFamily="34" charset="-122"/>
              <a:cs typeface="+mn-cs"/>
            </a:endParaRPr>
          </a:p>
        </p:txBody>
      </p:sp>
      <p:sp>
        <p:nvSpPr>
          <p:cNvPr id="18" name="文本框 17"/>
          <p:cNvSpPr txBox="1"/>
          <p:nvPr/>
        </p:nvSpPr>
        <p:spPr>
          <a:xfrm>
            <a:off x="820738" y="3111500"/>
            <a:ext cx="6954838" cy="1323975"/>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3.</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所有的</a:t>
            </a:r>
            <a:r>
              <a:rPr kumimoji="0" lang="zh-CN" altLang="en-US" sz="16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使机器人运动的操作</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都必须在使能的基础上操作，非上述操作操作不受使能状态的影响。</a:t>
            </a:r>
            <a:endPar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4.</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单轴手动开始运动和停止运动必须成对使用，即有运动必须有停止，否则机械臂将会一直运动直到碰到限位</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5.</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单轴运动必须在手动模式下</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9" name="矩形 18">
            <a:hlinkClick r:id="rId2" action="ppaction://hlinksldjump"/>
          </p:cNvPr>
          <p:cNvSpPr/>
          <p:nvPr/>
        </p:nvSpPr>
        <p:spPr>
          <a:xfrm>
            <a:off x="838200" y="2187575"/>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startJog</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gpId</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axId</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direc</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20" name="矩形 19">
            <a:hlinkClick r:id="rId2" action="ppaction://hlinksldjump"/>
          </p:cNvPr>
          <p:cNvSpPr/>
          <p:nvPr/>
        </p:nvSpPr>
        <p:spPr>
          <a:xfrm>
            <a:off x="838200" y="2578100"/>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stopJog</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gpId</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线形标注 1(带强调线) 20"/>
          <p:cNvSpPr/>
          <p:nvPr/>
        </p:nvSpPr>
        <p:spPr>
          <a:xfrm>
            <a:off x="4538663" y="4132263"/>
            <a:ext cx="2332038" cy="641350"/>
          </a:xfrm>
          <a:prstGeom prst="accentCallout1">
            <a:avLst>
              <a:gd name="adj1" fmla="val 18750"/>
              <a:gd name="adj2" fmla="val -8333"/>
              <a:gd name="adj3" fmla="val -120884"/>
              <a:gd name="adj4" fmla="val -90193"/>
            </a:avLst>
          </a:prstGeom>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mn-lt"/>
                <a:ea typeface="+mn-ea"/>
                <a:cs typeface="+mn-cs"/>
              </a:rPr>
              <a:t>包括 手动运动，运动到点，程序运行</a:t>
            </a:r>
            <a:endParaRPr kumimoji="0" lang="en-US" altLang="zh-CN" sz="14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758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6758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12" name="矩形 11"/>
          <p:cNvSpPr/>
          <p:nvPr/>
        </p:nvSpPr>
        <p:spPr>
          <a:xfrm>
            <a:off x="838200" y="2516188"/>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nn-NO" altLang="zh-CN" sz="1400" b="0" i="0" u="none" strike="noStrike" kern="1200" cap="none" spc="0" normalizeH="0" baseline="0" noProof="0" dirty="0">
                <a:ln>
                  <a:noFill/>
                </a:ln>
                <a:solidFill>
                  <a:srgbClr val="E36925"/>
                </a:solidFill>
                <a:effectLst/>
                <a:uLnTx/>
                <a:uFillTx/>
                <a:latin typeface="+mn-lt"/>
                <a:ea typeface="+mn-ea"/>
                <a:cs typeface="+mn-cs"/>
              </a:rPr>
              <a:t>setWorkFrame</a:t>
            </a:r>
            <a:r>
              <a:rPr kumimoji="0" lang="nn-NO" altLang="zh-CN" sz="1400" b="0" i="0" u="none" strike="noStrike" kern="1200" cap="none" spc="0" normalizeH="0" baseline="0" noProof="0" dirty="0">
                <a:ln>
                  <a:noFill/>
                </a:ln>
                <a:solidFill>
                  <a:schemeClr val="dk1"/>
                </a:solidFill>
                <a:effectLst/>
                <a:uLnTx/>
                <a:uFillTx/>
                <a:latin typeface="+mn-lt"/>
                <a:ea typeface="+mn-ea"/>
                <a:cs typeface="+mn-cs"/>
              </a:rPr>
              <a:t> (gpId, frame)     //</a:t>
            </a:r>
            <a:r>
              <a:rPr kumimoji="0" lang="zh-CN" altLang="en-US" sz="1400" b="1" i="0" u="none" strike="noStrike" kern="1200" cap="none" spc="0" normalizeH="0" baseline="0" noProof="0" dirty="0">
                <a:ln>
                  <a:noFill/>
                </a:ln>
                <a:solidFill>
                  <a:schemeClr val="dk1"/>
                </a:solidFill>
                <a:effectLst/>
                <a:uLnTx/>
                <a:uFillTx/>
                <a:latin typeface="+mn-lt"/>
                <a:ea typeface="+mn-ea"/>
                <a:cs typeface="+mn-cs"/>
              </a:rPr>
              <a:t>设置工作坐标系 </a:t>
            </a:r>
            <a:endParaRPr kumimoji="0" lang="en-US" altLang="zh-CN" sz="1400" b="1" i="0" u="none" strike="noStrike" kern="1200" cap="none" spc="0" normalizeH="0" baseline="0" noProof="0" dirty="0">
              <a:ln>
                <a:noFill/>
              </a:ln>
              <a:solidFill>
                <a:prstClr val="black"/>
              </a:solidFill>
              <a:effectLst/>
              <a:uLnTx/>
              <a:uFillTx/>
              <a:latin typeface="+mn-lt"/>
              <a:ea typeface="+mn-ea"/>
              <a:cs typeface="+mn-cs"/>
            </a:endParaRPr>
          </a:p>
        </p:txBody>
      </p:sp>
      <p:sp>
        <p:nvSpPr>
          <p:cNvPr id="13" name="矩形 12"/>
          <p:cNvSpPr/>
          <p:nvPr/>
        </p:nvSpPr>
        <p:spPr>
          <a:xfrm>
            <a:off x="838200" y="1079500"/>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setGpEn</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gpId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en</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zh-CN" altLang="en-US" sz="1400" b="1" i="0" u="none" strike="noStrike" kern="1200" cap="none" spc="0" normalizeH="0" baseline="0" noProof="0" dirty="0">
                <a:ln>
                  <a:noFill/>
                </a:ln>
                <a:solidFill>
                  <a:prstClr val="black"/>
                </a:solidFill>
                <a:effectLst/>
                <a:uLnTx/>
                <a:uFillTx/>
                <a:latin typeface="+mn-lt"/>
                <a:ea typeface="+mn-ea"/>
                <a:cs typeface="+mn-cs"/>
              </a:rPr>
              <a:t>组使能</a:t>
            </a:r>
            <a:endParaRPr kumimoji="0" lang="en-US" altLang="zh-CN" sz="1400" b="1"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endParaRPr>
          </a:p>
        </p:txBody>
      </p:sp>
      <p:sp>
        <p:nvSpPr>
          <p:cNvPr id="67591" name="文本框 13"/>
          <p:cNvSpPr txBox="1"/>
          <p:nvPr/>
        </p:nvSpPr>
        <p:spPr>
          <a:xfrm>
            <a:off x="838200" y="1493838"/>
            <a:ext cx="6954838" cy="954087"/>
          </a:xfrm>
          <a:prstGeom prst="rect">
            <a:avLst/>
          </a:prstGeom>
          <a:noFill/>
          <a:ln w="9525">
            <a:noFill/>
          </a:ln>
        </p:spPr>
        <p:txBody>
          <a:bodyPr>
            <a:spAutoFit/>
          </a:bodyPr>
          <a:p>
            <a:r>
              <a:rPr lang="en-US" altLang="zh-CN" sz="1400" dirty="0">
                <a:solidFill>
                  <a:schemeClr val="tx1"/>
                </a:solidFill>
                <a:latin typeface="黑体" panose="02010609060101010101" pitchFamily="49" charset="-122"/>
              </a:rPr>
              <a:t>startJog()</a:t>
            </a:r>
            <a:r>
              <a:rPr lang="zh-CN" altLang="en-US" sz="1400" dirty="0">
                <a:solidFill>
                  <a:schemeClr val="tx1"/>
                </a:solidFill>
                <a:latin typeface="黑体" panose="02010609060101010101" pitchFamily="49" charset="-122"/>
              </a:rPr>
              <a:t>在不同的坐标系下执行是不同的，关节坐标系的单轴运动是按照关节轴运动，空间坐标系下是按照空间轴运动。</a:t>
            </a:r>
            <a:endParaRPr lang="en-US" altLang="zh-CN" sz="1400" dirty="0">
              <a:solidFill>
                <a:schemeClr val="tx1"/>
              </a:solidFill>
              <a:latin typeface="黑体" panose="02010609060101010101" pitchFamily="49" charset="-122"/>
            </a:endParaRPr>
          </a:p>
          <a:p>
            <a:r>
              <a:rPr lang="zh-CN" altLang="en-US" sz="1400" dirty="0">
                <a:solidFill>
                  <a:schemeClr val="tx1"/>
                </a:solidFill>
                <a:latin typeface="黑体" panose="02010609060101010101" pitchFamily="49" charset="-122"/>
              </a:rPr>
              <a:t>由此可知，</a:t>
            </a:r>
            <a:r>
              <a:rPr lang="en-US" altLang="zh-CN" sz="1400" dirty="0">
                <a:solidFill>
                  <a:schemeClr val="tx1"/>
                </a:solidFill>
                <a:latin typeface="黑体" panose="02010609060101010101" pitchFamily="49" charset="-122"/>
              </a:rPr>
              <a:t>startJog()</a:t>
            </a:r>
            <a:r>
              <a:rPr lang="zh-CN" altLang="en-US" sz="1400" dirty="0">
                <a:solidFill>
                  <a:schemeClr val="tx1"/>
                </a:solidFill>
                <a:latin typeface="黑体" panose="02010609060101010101" pitchFamily="49" charset="-122"/>
              </a:rPr>
              <a:t>接口配合不同的坐标系可以实现沿关节轴（</a:t>
            </a:r>
            <a:r>
              <a:rPr lang="en-US" altLang="zh-CN" sz="1400" dirty="0">
                <a:solidFill>
                  <a:schemeClr val="tx1"/>
                </a:solidFill>
                <a:latin typeface="黑体" panose="02010609060101010101" pitchFamily="49" charset="-122"/>
              </a:rPr>
              <a:t>J1,J2…J8</a:t>
            </a:r>
            <a:r>
              <a:rPr lang="zh-CN" altLang="en-US" sz="1400" dirty="0">
                <a:solidFill>
                  <a:schemeClr val="tx1"/>
                </a:solidFill>
                <a:latin typeface="黑体" panose="02010609060101010101" pitchFamily="49" charset="-122"/>
              </a:rPr>
              <a:t>）运动和沿空间轴（</a:t>
            </a:r>
            <a:r>
              <a:rPr lang="en-US" altLang="zh-CN" sz="1400" dirty="0">
                <a:solidFill>
                  <a:schemeClr val="tx1"/>
                </a:solidFill>
                <a:latin typeface="黑体" panose="02010609060101010101" pitchFamily="49" charset="-122"/>
              </a:rPr>
              <a:t>X,Y,Z,A,B,C,E1,E2,E3</a:t>
            </a:r>
            <a:r>
              <a:rPr lang="zh-CN" altLang="en-US" sz="1400" dirty="0">
                <a:solidFill>
                  <a:schemeClr val="tx1"/>
                </a:solidFill>
                <a:latin typeface="黑体" panose="02010609060101010101" pitchFamily="49" charset="-122"/>
              </a:rPr>
              <a:t>）运动。</a:t>
            </a:r>
            <a:endParaRPr lang="zh-CN" altLang="en-US" sz="1400" dirty="0">
              <a:solidFill>
                <a:schemeClr val="tx1"/>
              </a:solidFill>
              <a:latin typeface="黑体" panose="02010609060101010101" pitchFamily="49" charset="-122"/>
            </a:endParaRPr>
          </a:p>
        </p:txBody>
      </p:sp>
      <p:sp>
        <p:nvSpPr>
          <p:cNvPr id="67592" name="文本框 14"/>
          <p:cNvSpPr txBox="1"/>
          <p:nvPr/>
        </p:nvSpPr>
        <p:spPr>
          <a:xfrm>
            <a:off x="838200" y="2903538"/>
            <a:ext cx="6954838" cy="954087"/>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单轴运动在只在手动模式的连续模式下有效，所以在执行单轴手动运动时，应该确保在手动模式的连续模式。若不在手动模式系统不会执行单轴手动运动，并报警提示。若不在连续模式下，执行一次单轴运动，最多会运动一个增量长度，或被停止手动运动命令中止。</a:t>
            </a:r>
            <a:endParaRPr lang="zh-CN" altLang="en-US" sz="1400" dirty="0">
              <a:solidFill>
                <a:schemeClr val="tx1"/>
              </a:solidFill>
              <a:latin typeface="黑体" panose="02010609060101010101" pitchFamily="49" charset="-122"/>
            </a:endParaRPr>
          </a:p>
        </p:txBody>
      </p:sp>
      <p:sp>
        <p:nvSpPr>
          <p:cNvPr id="16" name="矩形 15"/>
          <p:cNvSpPr/>
          <p:nvPr/>
        </p:nvSpPr>
        <p:spPr>
          <a:xfrm>
            <a:off x="838200" y="3851275"/>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setOpMode</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opMode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1" i="0" u="none" strike="noStrike" kern="1200" cap="none" spc="0" normalizeH="0" baseline="0" noProof="0" dirty="0">
                <a:ln>
                  <a:noFill/>
                </a:ln>
                <a:solidFill>
                  <a:schemeClr val="dk1"/>
                </a:solidFill>
                <a:effectLst/>
                <a:uLnTx/>
                <a:uFillTx/>
                <a:latin typeface="+mn-lt"/>
                <a:ea typeface="+mn-ea"/>
                <a:cs typeface="+mn-cs"/>
              </a:rPr>
              <a:t>设置操作模式</a:t>
            </a:r>
            <a:endParaRPr kumimoji="0" lang="en-US" altLang="zh-CN" sz="1400" b="1" i="0" u="none" strike="noStrike" kern="1200" cap="none" spc="0" normalizeH="0" baseline="0" noProof="0" dirty="0">
              <a:ln>
                <a:noFill/>
              </a:ln>
              <a:solidFill>
                <a:prstClr val="black"/>
              </a:solidFill>
              <a:effectLst/>
              <a:uLnTx/>
              <a:uFillTx/>
              <a:latin typeface="+mn-lt"/>
              <a:ea typeface="+mn-ea"/>
              <a:cs typeface="+mn-cs"/>
            </a:endParaRPr>
          </a:p>
        </p:txBody>
      </p:sp>
      <p:sp>
        <p:nvSpPr>
          <p:cNvPr id="17" name="矩形 16"/>
          <p:cNvSpPr/>
          <p:nvPr/>
        </p:nvSpPr>
        <p:spPr>
          <a:xfrm>
            <a:off x="838200" y="4249738"/>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setManualMode</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manualMode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1" i="0" u="none" strike="noStrike" kern="1200" cap="none" spc="0" normalizeH="0" baseline="0" noProof="0" dirty="0">
                <a:ln>
                  <a:noFill/>
                </a:ln>
                <a:solidFill>
                  <a:schemeClr val="dk1"/>
                </a:solidFill>
                <a:effectLst/>
                <a:uLnTx/>
                <a:uFillTx/>
                <a:latin typeface="+mn-lt"/>
                <a:ea typeface="+mn-ea"/>
                <a:cs typeface="+mn-cs"/>
              </a:rPr>
              <a:t>设置手动运行模式 </a:t>
            </a:r>
            <a:endParaRPr kumimoji="0" lang="en-US" altLang="zh-CN" sz="1400" b="1" i="0" u="none" strike="noStrike" kern="1200" cap="none" spc="0" normalizeH="0" baseline="0" noProof="0" dirty="0">
              <a:ln>
                <a:noFill/>
              </a:ln>
              <a:solidFill>
                <a:prstClr val="black"/>
              </a:solidFill>
              <a:effectLst/>
              <a:uLnTx/>
              <a:uFillTx/>
              <a:latin typeface="+mn-lt"/>
              <a:ea typeface="+mn-ea"/>
              <a:cs typeface="+mn-cs"/>
            </a:endParaRPr>
          </a:p>
        </p:txBody>
      </p:sp>
      <p:sp>
        <p:nvSpPr>
          <p:cNvPr id="18" name="矩形 17"/>
          <p:cNvSpPr/>
          <p:nvPr/>
        </p:nvSpPr>
        <p:spPr>
          <a:xfrm>
            <a:off x="603250" y="633413"/>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3-3.1 </a:t>
            </a:r>
            <a:r>
              <a:rPr kumimoji="0" lang="en-US" altLang="zh-CN" sz="1800" b="0" i="0" u="none" strike="noStrike" kern="1200" cap="none" spc="0" normalizeH="0" baseline="0" noProof="0" dirty="0" err="1">
                <a:ln>
                  <a:noFill/>
                </a:ln>
                <a:solidFill>
                  <a:schemeClr val="accent1"/>
                </a:solidFill>
                <a:effectLst/>
                <a:uLnTx/>
                <a:uFillTx/>
                <a:latin typeface="+mn-ea"/>
                <a:ea typeface="+mn-ea"/>
                <a:cs typeface="+mn-cs"/>
              </a:rPr>
              <a:t>ProxyMotion</a:t>
            </a: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单轴运动</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6963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774700" y="968375"/>
            <a:ext cx="7024688" cy="307975"/>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mn-ea"/>
                <a:ea typeface="微软雅黑" panose="020B0503020204020204" pitchFamily="34" charset="-122"/>
                <a:cs typeface="+mn-cs"/>
              </a:rPr>
              <a:t>操作步骤：</a:t>
            </a:r>
            <a:endParaRPr kumimoji="0" lang="en-US" altLang="zh-CN" sz="1400" kern="1200" cap="none" spc="0" normalizeH="0" baseline="0" noProof="0" dirty="0">
              <a:solidFill>
                <a:schemeClr val="tx1"/>
              </a:solidFill>
              <a:latin typeface="+mn-ea"/>
              <a:ea typeface="微软雅黑" panose="020B0503020204020204" pitchFamily="34" charset="-122"/>
              <a:cs typeface="+mn-cs"/>
            </a:endParaRPr>
          </a:p>
        </p:txBody>
      </p:sp>
      <p:sp>
        <p:nvSpPr>
          <p:cNvPr id="6" name="矩形 5"/>
          <p:cNvSpPr/>
          <p:nvPr/>
        </p:nvSpPr>
        <p:spPr>
          <a:xfrm>
            <a:off x="876300" y="1312863"/>
            <a:ext cx="1031875" cy="279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1.</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连接</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7" name="矩形 6"/>
          <p:cNvSpPr/>
          <p:nvPr/>
        </p:nvSpPr>
        <p:spPr>
          <a:xfrm>
            <a:off x="4132263" y="1312863"/>
            <a:ext cx="957263" cy="279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上使能</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8" name="矩形 7"/>
          <p:cNvSpPr/>
          <p:nvPr/>
        </p:nvSpPr>
        <p:spPr>
          <a:xfrm>
            <a:off x="5389563" y="1928813"/>
            <a:ext cx="1082675" cy="273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5.</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单轴运动</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9" name="直接箭头连接符 8"/>
          <p:cNvCxnSpPr>
            <a:stCxn id="6" idx="3"/>
            <a:endCxn id="17" idx="1"/>
          </p:cNvCxnSpPr>
          <p:nvPr/>
        </p:nvCxnSpPr>
        <p:spPr>
          <a:xfrm flipV="1">
            <a:off x="1908175" y="1450975"/>
            <a:ext cx="2159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7" idx="3"/>
            <a:endCxn id="44" idx="1"/>
          </p:cNvCxnSpPr>
          <p:nvPr/>
        </p:nvCxnSpPr>
        <p:spPr>
          <a:xfrm flipV="1">
            <a:off x="5089525" y="1449388"/>
            <a:ext cx="214313"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3598863" y="1928813"/>
            <a:ext cx="1476375" cy="273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6.</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停止单轴运动</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3" name="直接箭头连接符 12"/>
          <p:cNvCxnSpPr>
            <a:stCxn id="8" idx="1"/>
            <a:endCxn id="12" idx="3"/>
          </p:cNvCxnSpPr>
          <p:nvPr/>
        </p:nvCxnSpPr>
        <p:spPr>
          <a:xfrm flipH="1">
            <a:off x="5075238" y="2065338"/>
            <a:ext cx="314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2408238" y="1928813"/>
            <a:ext cx="876300" cy="273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7.</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掉使能</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5" name="直接箭头连接符 14"/>
          <p:cNvCxnSpPr>
            <a:stCxn id="12" idx="1"/>
            <a:endCxn id="14" idx="3"/>
          </p:cNvCxnSpPr>
          <p:nvPr/>
        </p:nvCxnSpPr>
        <p:spPr>
          <a:xfrm flipH="1">
            <a:off x="3284538" y="2065338"/>
            <a:ext cx="314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827088" y="2603500"/>
            <a:ext cx="6888163" cy="230822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new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(“./log/test”);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Hsc3::Proxy::</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proxy = new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setWorkFrame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(FRAME_JOINT);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设置坐标系（关节坐标系）、</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setOpMode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opMode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设置手动模式</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Proxy.setManualMode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continueMode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设置连续模式</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ret = 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setGpEn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 true);//</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运动前先使能</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ret = 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startJog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 1, true);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stopJog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setGpEn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(0,false)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17" name="矩形 16"/>
          <p:cNvSpPr/>
          <p:nvPr/>
        </p:nvSpPr>
        <p:spPr>
          <a:xfrm>
            <a:off x="2124075" y="1309688"/>
            <a:ext cx="1792288" cy="282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构造运动功能代理</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8" name="直接箭头连接符 17"/>
          <p:cNvCxnSpPr>
            <a:stCxn id="17" idx="3"/>
            <a:endCxn id="7" idx="1"/>
          </p:cNvCxnSpPr>
          <p:nvPr/>
        </p:nvCxnSpPr>
        <p:spPr>
          <a:xfrm>
            <a:off x="3916363" y="1450975"/>
            <a:ext cx="2159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6775450" y="1306513"/>
            <a:ext cx="1397000" cy="279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设置手动模式</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20" name="矩形 19"/>
          <p:cNvSpPr/>
          <p:nvPr/>
        </p:nvSpPr>
        <p:spPr>
          <a:xfrm>
            <a:off x="6775450" y="1938338"/>
            <a:ext cx="1397000" cy="25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4.</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设置连续模式</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1" name="直接箭头连接符 20"/>
          <p:cNvCxnSpPr>
            <a:stCxn id="19" idx="2"/>
            <a:endCxn id="20" idx="0"/>
          </p:cNvCxnSpPr>
          <p:nvPr/>
        </p:nvCxnSpPr>
        <p:spPr>
          <a:xfrm>
            <a:off x="7473950" y="1585913"/>
            <a:ext cx="0" cy="352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20" idx="1"/>
            <a:endCxn id="8" idx="3"/>
          </p:cNvCxnSpPr>
          <p:nvPr/>
        </p:nvCxnSpPr>
        <p:spPr>
          <a:xfrm flipH="1">
            <a:off x="6472238" y="2065338"/>
            <a:ext cx="3032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654" name="文本框 22"/>
          <p:cNvSpPr txBox="1"/>
          <p:nvPr/>
        </p:nvSpPr>
        <p:spPr>
          <a:xfrm>
            <a:off x="827088" y="2268538"/>
            <a:ext cx="6870700" cy="307975"/>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示例代码：</a:t>
            </a:r>
            <a:endParaRPr lang="zh-CN" altLang="en-US" sz="1400" dirty="0">
              <a:solidFill>
                <a:schemeClr val="tx1"/>
              </a:solidFill>
              <a:latin typeface="黑体" panose="02010609060101010101" pitchFamily="49" charset="-122"/>
            </a:endParaRPr>
          </a:p>
        </p:txBody>
      </p:sp>
      <p:sp>
        <p:nvSpPr>
          <p:cNvPr id="24" name="矩形 23"/>
          <p:cNvSpPr/>
          <p:nvPr/>
        </p:nvSpPr>
        <p:spPr>
          <a:xfrm>
            <a:off x="603250" y="633413"/>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3-3.1 </a:t>
            </a:r>
            <a:r>
              <a:rPr kumimoji="0" lang="en-US" altLang="zh-CN" sz="1800" b="0" i="0" u="none" strike="noStrike" kern="1200" cap="none" spc="0" normalizeH="0" baseline="0" noProof="0" dirty="0" err="1">
                <a:ln>
                  <a:noFill/>
                </a:ln>
                <a:solidFill>
                  <a:schemeClr val="accent1"/>
                </a:solidFill>
                <a:effectLst/>
                <a:uLnTx/>
                <a:uFillTx/>
                <a:latin typeface="+mn-ea"/>
                <a:ea typeface="+mn-ea"/>
                <a:cs typeface="+mn-cs"/>
              </a:rPr>
              <a:t>ProxyMotion</a:t>
            </a: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单轴运动</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44" name="矩形 43"/>
          <p:cNvSpPr/>
          <p:nvPr/>
        </p:nvSpPr>
        <p:spPr>
          <a:xfrm>
            <a:off x="5303838" y="1309688"/>
            <a:ext cx="1254125" cy="279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设置坐标系</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68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7168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611188" y="652463"/>
            <a:ext cx="6872288"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3-3.2</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运动到点</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6" name="文本框 5"/>
          <p:cNvSpPr txBox="1"/>
          <p:nvPr/>
        </p:nvSpPr>
        <p:spPr>
          <a:xfrm>
            <a:off x="838200" y="1052513"/>
            <a:ext cx="6954838" cy="339725"/>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a:solidFill>
                  <a:schemeClr val="tx1"/>
                </a:solidFill>
                <a:latin typeface="+mn-ea"/>
                <a:ea typeface="微软雅黑" panose="020B0503020204020204" pitchFamily="34" charset="-122"/>
                <a:cs typeface="+mn-cs"/>
              </a:rPr>
              <a:t>●</a:t>
            </a:r>
            <a:r>
              <a:rPr kumimoji="0" lang="zh-CN" altLang="en-US" sz="1600" kern="1200" cap="none" spc="0" normalizeH="0" baseline="0" noProof="0" dirty="0">
                <a:solidFill>
                  <a:schemeClr val="tx1"/>
                </a:solidFill>
                <a:latin typeface="+mn-ea"/>
                <a:ea typeface="微软雅黑" panose="020B0503020204020204" pitchFamily="34" charset="-122"/>
                <a:cs typeface="+mn-cs"/>
              </a:rPr>
              <a:t>需求：</a:t>
            </a: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控制机械臂运动到指定点。</a:t>
            </a:r>
            <a:endPar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7" name="文本框 6"/>
          <p:cNvSpPr txBox="1"/>
          <p:nvPr/>
        </p:nvSpPr>
        <p:spPr>
          <a:xfrm>
            <a:off x="838200" y="1398588"/>
            <a:ext cx="7046913" cy="831850"/>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a:solidFill>
                  <a:schemeClr val="tx1"/>
                </a:solidFill>
                <a:latin typeface="+mn-ea"/>
                <a:ea typeface="微软雅黑" panose="020B0503020204020204" pitchFamily="34" charset="-122"/>
                <a:cs typeface="+mn-cs"/>
              </a:rPr>
              <a:t>●</a:t>
            </a:r>
            <a:r>
              <a:rPr kumimoji="0" lang="zh-CN" altLang="en-US" sz="1600" kern="1200" cap="none" spc="0" normalizeH="0" baseline="0" noProof="0" dirty="0">
                <a:solidFill>
                  <a:schemeClr val="tx1"/>
                </a:solidFill>
                <a:latin typeface="黑体" panose="02010609060101010101" pitchFamily="49" charset="-122"/>
                <a:ea typeface="微软雅黑" panose="020B0503020204020204" pitchFamily="34" charset="-122"/>
                <a:cs typeface="+mn-cs"/>
              </a:rPr>
              <a:t>分析需求：包括了控制</a:t>
            </a: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运动到点、检查运动是否完成和检测是否运动到点。</a:t>
            </a:r>
            <a:endPar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a:p>
            <a:pPr marR="0" defTabSz="914400">
              <a:buClrTx/>
              <a:buSzTx/>
              <a:buFontTx/>
              <a:buNone/>
              <a:defRPr/>
            </a:pP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运动到点：包括关节坐标关节到点，关节坐标直线到点</a:t>
            </a:r>
            <a:endPar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a:p>
            <a:pPr marR="0" defTabSz="914400">
              <a:buClrTx/>
              <a:buSzTx/>
              <a:buFontTx/>
              <a:buNone/>
              <a:defRPr/>
            </a:pPr>
            <a:r>
              <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		</a:t>
            </a: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空间坐标关节到点，空间坐标直线到点</a:t>
            </a:r>
            <a:endPar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8" name="文本框 7"/>
          <p:cNvSpPr txBox="1"/>
          <p:nvPr/>
        </p:nvSpPr>
        <p:spPr>
          <a:xfrm>
            <a:off x="838200" y="3836988"/>
            <a:ext cx="6913563"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获取笛卡尔坐标</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getLocData</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(gpId, data)</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838200" y="2232025"/>
            <a:ext cx="5284788" cy="33813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rPr>
              <a:t>●</a:t>
            </a:r>
            <a:r>
              <a:rPr kumimoji="0" lang="zh-CN" altLang="en-US" sz="16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rPr>
              <a:t>分析需要使用的功能接口：</a:t>
            </a:r>
            <a:r>
              <a:rPr kumimoji="0" lang="zh-CN" altLang="en-US" sz="16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查找二次开发接口使用文档</a:t>
            </a:r>
            <a:endParaRPr kumimoji="0" lang="zh-CN" altLang="en-US" sz="16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endParaRPr>
          </a:p>
        </p:txBody>
      </p:sp>
      <p:sp>
        <p:nvSpPr>
          <p:cNvPr id="10" name="矩形 9">
            <a:hlinkClick r:id="rId2" action="ppaction://hlinksldjump"/>
          </p:cNvPr>
          <p:cNvSpPr/>
          <p:nvPr/>
        </p:nvSpPr>
        <p:spPr>
          <a:xfrm>
            <a:off x="838200" y="2571750"/>
            <a:ext cx="6913563"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运动到点：</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moveTo</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gpId</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point, </a:t>
            </a:r>
            <a:r>
              <a:rPr kumimoji="0" lang="en-US" altLang="zh-CN" sz="14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isLinear</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nvSpPr>
        <p:spPr>
          <a:xfrm>
            <a:off x="838200" y="2990850"/>
            <a:ext cx="6913563"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运动状态：</a:t>
            </a:r>
            <a:r>
              <a:rPr kumimoji="0" lang="en-US" altLang="zh-CN" sz="14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getManualStat</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(state)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获取手动运行状态</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838200" y="3416300"/>
            <a:ext cx="6913563"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获取关节坐标：</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ProxyMotion</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E36925"/>
                </a:solidFill>
                <a:effectLst/>
                <a:uLnTx/>
                <a:uFillTx/>
                <a:latin typeface="微软雅黑" panose="020B0503020204020204" pitchFamily="34" charset="-122"/>
                <a:ea typeface="微软雅黑" panose="020B0503020204020204" pitchFamily="34" charset="-122"/>
                <a:cs typeface="+mn-cs"/>
              </a:rPr>
              <a:t>getJntData</a:t>
            </a:r>
            <a:r>
              <a:rPr kumimoji="0" lang="en-US" altLang="zh-CN" sz="1400" b="0" i="0" u="none" strike="noStrike" kern="1200" cap="none" spc="0" normalizeH="0" baseline="0" noProof="0" dirty="0">
                <a:ln>
                  <a:noFill/>
                </a:ln>
                <a:solidFill>
                  <a:srgbClr val="E36925"/>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err="1">
                <a:ln>
                  <a:noFill/>
                </a:ln>
                <a:solidFill>
                  <a:schemeClr val="dk1"/>
                </a:solidFill>
                <a:effectLst/>
                <a:uLnTx/>
                <a:uFillTx/>
                <a:latin typeface="微软雅黑" panose="020B0503020204020204" pitchFamily="34" charset="-122"/>
                <a:ea typeface="微软雅黑" panose="020B0503020204020204" pitchFamily="34" charset="-122"/>
                <a:cs typeface="+mn-cs"/>
              </a:rPr>
              <a:t>gpId</a:t>
            </a:r>
            <a:r>
              <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 data)</a:t>
            </a:r>
            <a:endParaRPr kumimoji="0" lang="en-US" altLang="zh-CN" sz="14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p:cNvSpPr txBox="1"/>
          <p:nvPr/>
        </p:nvSpPr>
        <p:spPr>
          <a:xfrm>
            <a:off x="838200" y="4357688"/>
            <a:ext cx="6913563" cy="338138"/>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6.</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运动到点必须在手动模式下</a:t>
            </a:r>
            <a:endPar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373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7373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806450" y="1074738"/>
            <a:ext cx="6765925" cy="584200"/>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err="1">
                <a:solidFill>
                  <a:srgbClr val="FF9933"/>
                </a:solidFill>
                <a:latin typeface="黑体" panose="02010609060101010101" pitchFamily="49" charset="-122"/>
                <a:ea typeface="微软雅黑" panose="020B0503020204020204" pitchFamily="34" charset="-122"/>
                <a:cs typeface="+mn-cs"/>
              </a:rPr>
              <a:t>MoveTo</a:t>
            </a:r>
            <a:r>
              <a:rPr kumimoji="0" lang="en-US" altLang="zh-CN" sz="1600" kern="1200" cap="none" spc="0" normalizeH="0" baseline="0" noProof="0" dirty="0">
                <a:solidFill>
                  <a:srgbClr val="FF9933"/>
                </a:solidFill>
                <a:latin typeface="黑体" panose="02010609060101010101" pitchFamily="49" charset="-122"/>
                <a:ea typeface="微软雅黑" panose="020B0503020204020204" pitchFamily="34" charset="-122"/>
                <a:cs typeface="+mn-cs"/>
              </a:rPr>
              <a:t>()</a:t>
            </a:r>
            <a:r>
              <a:rPr kumimoji="0" lang="zh-CN" altLang="en-US" sz="1600" kern="1200" cap="none" spc="0" normalizeH="0" baseline="0" noProof="0" dirty="0">
                <a:solidFill>
                  <a:schemeClr val="tx1"/>
                </a:solidFill>
                <a:latin typeface="黑体" panose="02010609060101010101" pitchFamily="49" charset="-122"/>
                <a:ea typeface="微软雅黑" panose="020B0503020204020204" pitchFamily="34" charset="-122"/>
                <a:cs typeface="+mn-cs"/>
              </a:rPr>
              <a:t>接口的</a:t>
            </a:r>
            <a:r>
              <a:rPr kumimoji="0" lang="en-US" altLang="zh-CN" sz="1600" kern="1200" cap="none" spc="0" normalizeH="0" baseline="0" noProof="0" dirty="0">
                <a:solidFill>
                  <a:schemeClr val="accent1">
                    <a:lumMod val="60000"/>
                    <a:lumOff val="40000"/>
                  </a:schemeClr>
                </a:solidFill>
                <a:latin typeface="黑体" panose="02010609060101010101" pitchFamily="49" charset="-122"/>
                <a:ea typeface="微软雅黑" panose="020B0503020204020204" pitchFamily="34" charset="-122"/>
                <a:cs typeface="+mn-cs"/>
              </a:rPr>
              <a:t>Point</a:t>
            </a:r>
            <a:r>
              <a:rPr kumimoji="0" lang="zh-CN" altLang="en-US" sz="1600" kern="1200" cap="none" spc="0" normalizeH="0" baseline="0" noProof="0" dirty="0">
                <a:solidFill>
                  <a:schemeClr val="tx1"/>
                </a:solidFill>
                <a:latin typeface="黑体" panose="02010609060101010101" pitchFamily="49" charset="-122"/>
                <a:ea typeface="微软雅黑" panose="020B0503020204020204" pitchFamily="34" charset="-122"/>
                <a:cs typeface="+mn-cs"/>
              </a:rPr>
              <a:t>参数中的点位类型和</a:t>
            </a:r>
            <a:r>
              <a:rPr kumimoji="0" lang="en-US" altLang="zh-CN" sz="1600" kern="1200" cap="none" spc="0" normalizeH="0" baseline="0" noProof="0" dirty="0" err="1">
                <a:solidFill>
                  <a:schemeClr val="accent1">
                    <a:lumMod val="60000"/>
                    <a:lumOff val="40000"/>
                  </a:schemeClr>
                </a:solidFill>
                <a:latin typeface="黑体" panose="02010609060101010101" pitchFamily="49" charset="-122"/>
                <a:ea typeface="微软雅黑" panose="020B0503020204020204" pitchFamily="34" charset="-122"/>
                <a:cs typeface="+mn-cs"/>
              </a:rPr>
              <a:t>isLinear</a:t>
            </a:r>
            <a:r>
              <a:rPr kumimoji="0" lang="zh-CN" altLang="en-US" sz="1600" kern="1200" cap="none" spc="0" normalizeH="0" baseline="0" noProof="0" dirty="0">
                <a:solidFill>
                  <a:schemeClr val="tx1"/>
                </a:solidFill>
                <a:latin typeface="黑体" panose="02010609060101010101" pitchFamily="49" charset="-122"/>
                <a:ea typeface="微软雅黑" panose="020B0503020204020204" pitchFamily="34" charset="-122"/>
                <a:cs typeface="+mn-cs"/>
              </a:rPr>
              <a:t>参数配合，可以实现关节点和空间点的关节运动和直线运动。</a:t>
            </a:r>
            <a:endParaRPr kumimoji="0" lang="zh-CN" altLang="en-US" sz="1600" kern="1200" cap="none" spc="0" normalizeH="0" baseline="0" noProof="0" dirty="0">
              <a:solidFill>
                <a:schemeClr val="tx1"/>
              </a:solidFill>
              <a:latin typeface="黑体" panose="02010609060101010101" pitchFamily="49" charset="-122"/>
              <a:ea typeface="微软雅黑" panose="020B0503020204020204" pitchFamily="34" charset="-122"/>
              <a:cs typeface="+mn-cs"/>
            </a:endParaRPr>
          </a:p>
        </p:txBody>
      </p:sp>
      <p:sp>
        <p:nvSpPr>
          <p:cNvPr id="6" name="文本框 5"/>
          <p:cNvSpPr txBox="1"/>
          <p:nvPr/>
        </p:nvSpPr>
        <p:spPr>
          <a:xfrm>
            <a:off x="806450" y="1708150"/>
            <a:ext cx="6765925" cy="2308225"/>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判断点位是否运动到点时需要注意以下几点：</a:t>
            </a:r>
            <a:endParaRPr kumimoji="0" lang="en-US" altLang="zh-CN" sz="18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dk1"/>
                </a:solidFill>
                <a:effectLst/>
                <a:uLnTx/>
                <a:uFillTx/>
                <a:latin typeface="+mn-lt"/>
                <a:ea typeface="+mn-ea"/>
                <a:cs typeface="+mn-cs"/>
              </a:rPr>
              <a:t>① 不要使用“目标坐标（</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）实际坐标”这样的判断方式。</a:t>
            </a:r>
            <a:endParaRPr kumimoji="0" lang="en-US" altLang="zh-CN" sz="18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因为实际坐标肯定会有些许误差，不可能做到“准确相等”只能做到“精确相等”，应该设置一定的误差范围，如果误差落在误差范围内则可以认为“精确到达目标点”。</a:t>
            </a:r>
            <a:endParaRPr kumimoji="0" lang="en-US" altLang="zh-CN" sz="18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dk1"/>
                </a:solidFill>
                <a:effectLst/>
                <a:uLnTx/>
                <a:uFillTx/>
                <a:latin typeface="+mn-lt"/>
                <a:ea typeface="+mn-ea"/>
                <a:cs typeface="+mn-cs"/>
              </a:rPr>
              <a:t>②对于空间坐标，如果两个空间点的</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A</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和</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C</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对应坐标的之差的绝对值为</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180°</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，且</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B</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对应坐标同号（同正负）且绝对值之和为</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180°</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，则两个点应该视为同一个点。</a:t>
            </a:r>
            <a:endParaRPr kumimoji="0" lang="en-US" altLang="zh-CN" sz="18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611188" y="652463"/>
            <a:ext cx="6872288"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3-3.2</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运动到点</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7577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75781" name="文本框 4"/>
          <p:cNvSpPr txBox="1"/>
          <p:nvPr/>
        </p:nvSpPr>
        <p:spPr>
          <a:xfrm>
            <a:off x="774700" y="1039813"/>
            <a:ext cx="6954838" cy="307975"/>
          </a:xfrm>
          <a:prstGeom prst="rect">
            <a:avLst/>
          </a:prstGeom>
          <a:noFill/>
          <a:ln w="9525">
            <a:noFill/>
          </a:ln>
        </p:spPr>
        <p:txBody>
          <a:bodyPr>
            <a:spAutoFit/>
          </a:bodyPr>
          <a:p>
            <a:r>
              <a:rPr lang="en-US" altLang="zh-CN" sz="1400" dirty="0">
                <a:solidFill>
                  <a:schemeClr val="tx1"/>
                </a:solidFill>
                <a:latin typeface="微软雅黑" panose="020B0503020204020204" pitchFamily="34" charset="-122"/>
              </a:rPr>
              <a:t>●</a:t>
            </a:r>
            <a:r>
              <a:rPr lang="zh-CN" altLang="en-US" sz="1400" dirty="0">
                <a:solidFill>
                  <a:schemeClr val="tx1"/>
                </a:solidFill>
                <a:latin typeface="微软雅黑" panose="020B0503020204020204" pitchFamily="34" charset="-122"/>
              </a:rPr>
              <a:t>操作步骤：</a:t>
            </a:r>
            <a:endParaRPr lang="en-US" altLang="zh-CN" sz="1400" dirty="0">
              <a:solidFill>
                <a:schemeClr val="tx1"/>
              </a:solidFill>
              <a:latin typeface="微软雅黑" panose="020B0503020204020204" pitchFamily="34" charset="-122"/>
            </a:endParaRPr>
          </a:p>
        </p:txBody>
      </p:sp>
      <p:sp>
        <p:nvSpPr>
          <p:cNvPr id="6" name="矩形 5"/>
          <p:cNvSpPr/>
          <p:nvPr/>
        </p:nvSpPr>
        <p:spPr>
          <a:xfrm>
            <a:off x="912813" y="1387475"/>
            <a:ext cx="922338"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1.</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连接</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7" name="矩形 6"/>
          <p:cNvSpPr/>
          <p:nvPr/>
        </p:nvSpPr>
        <p:spPr>
          <a:xfrm>
            <a:off x="2825750" y="1387475"/>
            <a:ext cx="935038"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上使能</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8" name="矩形 7"/>
          <p:cNvSpPr/>
          <p:nvPr/>
        </p:nvSpPr>
        <p:spPr>
          <a:xfrm>
            <a:off x="4616450" y="1390650"/>
            <a:ext cx="1595438"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设置手动模式</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9" name="直接箭头连接符 8"/>
          <p:cNvCxnSpPr>
            <a:stCxn id="6" idx="3"/>
            <a:endCxn id="7" idx="1"/>
          </p:cNvCxnSpPr>
          <p:nvPr/>
        </p:nvCxnSpPr>
        <p:spPr>
          <a:xfrm>
            <a:off x="1835150" y="1522413"/>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7" idx="3"/>
            <a:endCxn id="8" idx="1"/>
          </p:cNvCxnSpPr>
          <p:nvPr/>
        </p:nvCxnSpPr>
        <p:spPr>
          <a:xfrm>
            <a:off x="3760788" y="1522413"/>
            <a:ext cx="855663"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2195513" y="1884363"/>
            <a:ext cx="2232025" cy="29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7.</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检查是否运动到点</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4" name="直接箭头连接符 13"/>
          <p:cNvCxnSpPr>
            <a:stCxn id="15" idx="1"/>
            <a:endCxn id="13" idx="3"/>
          </p:cNvCxnSpPr>
          <p:nvPr/>
        </p:nvCxnSpPr>
        <p:spPr>
          <a:xfrm flipH="1" flipV="1">
            <a:off x="4427538" y="2030413"/>
            <a:ext cx="219075"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646613" y="1887538"/>
            <a:ext cx="2044700" cy="29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6.</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 检查运动是否完成</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6" name="直接箭头连接符 15"/>
          <p:cNvCxnSpPr>
            <a:stCxn id="8" idx="3"/>
            <a:endCxn id="23" idx="1"/>
          </p:cNvCxnSpPr>
          <p:nvPr/>
        </p:nvCxnSpPr>
        <p:spPr>
          <a:xfrm flipV="1">
            <a:off x="6211888" y="1522413"/>
            <a:ext cx="652463"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942975" y="1884363"/>
            <a:ext cx="1035050" cy="29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8.</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掉使能</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8" name="直接箭头连接符 17"/>
          <p:cNvCxnSpPr>
            <a:stCxn id="13" idx="1"/>
            <a:endCxn id="17" idx="3"/>
          </p:cNvCxnSpPr>
          <p:nvPr/>
        </p:nvCxnSpPr>
        <p:spPr>
          <a:xfrm flipH="1">
            <a:off x="1978025" y="2030413"/>
            <a:ext cx="2174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912813" y="2386013"/>
            <a:ext cx="6659563" cy="246221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new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(“./log/test”);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proxy = new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准备点位</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GeneralPos</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targetPosition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装载点位数据</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setOpMode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设置手动模式</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setWorkFrame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设置坐标系</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ret = 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setGpEn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 true);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ret = proxy-&gt;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moveTo</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targetPosition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true); //true</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直线运动，</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false</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关节运动</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…wait…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等待运动完成</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setGpEn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(0,false)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20" name="矩形 19"/>
          <p:cNvSpPr/>
          <p:nvPr/>
        </p:nvSpPr>
        <p:spPr>
          <a:xfrm>
            <a:off x="6878638" y="1903413"/>
            <a:ext cx="1387475"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5.</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 运动到点</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1" name="直接箭头连接符 20"/>
          <p:cNvCxnSpPr>
            <a:stCxn id="20" idx="1"/>
            <a:endCxn id="15" idx="3"/>
          </p:cNvCxnSpPr>
          <p:nvPr/>
        </p:nvCxnSpPr>
        <p:spPr>
          <a:xfrm flipH="1" flipV="1">
            <a:off x="6691313" y="2033588"/>
            <a:ext cx="187325"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611188" y="652463"/>
            <a:ext cx="6872288"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3-3.2</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运动到点</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23" name="矩形 22"/>
          <p:cNvSpPr/>
          <p:nvPr/>
        </p:nvSpPr>
        <p:spPr>
          <a:xfrm>
            <a:off x="6864350" y="1385888"/>
            <a:ext cx="1414463"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4.</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 设置坐标系</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4" name="直接箭头连接符 23"/>
          <p:cNvCxnSpPr>
            <a:stCxn id="23" idx="2"/>
            <a:endCxn id="20" idx="0"/>
          </p:cNvCxnSpPr>
          <p:nvPr/>
        </p:nvCxnSpPr>
        <p:spPr bwMode="auto">
          <a:xfrm>
            <a:off x="7572375" y="1657350"/>
            <a:ext cx="0" cy="246063"/>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782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7782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844550" y="1033463"/>
            <a:ext cx="6954838" cy="307975"/>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mn-ea"/>
                <a:ea typeface="微软雅黑" panose="020B0503020204020204" pitchFamily="34" charset="-122"/>
                <a:cs typeface="+mn-cs"/>
              </a:rPr>
              <a:t>需求：</a:t>
            </a:r>
            <a:r>
              <a:rPr kumimoji="0" lang="zh-CN" altLang="en-US" sz="1400" kern="1200" cap="none" spc="0" normalizeH="0" baseline="0" noProof="0" dirty="0">
                <a:solidFill>
                  <a:schemeClr val="tx1"/>
                </a:solidFill>
                <a:latin typeface="+mn-ea"/>
                <a:ea typeface="+mn-ea"/>
                <a:cs typeface="+mn-cs"/>
              </a:rPr>
              <a:t>控制程序运行。</a:t>
            </a:r>
            <a:endParaRPr kumimoji="0" lang="en-US" altLang="zh-CN" sz="1400" kern="1200" cap="none" spc="0" normalizeH="0" baseline="0" noProof="0" dirty="0">
              <a:solidFill>
                <a:schemeClr val="tx1"/>
              </a:solidFill>
              <a:latin typeface="+mn-ea"/>
              <a:ea typeface="+mn-ea"/>
              <a:cs typeface="+mn-cs"/>
            </a:endParaRPr>
          </a:p>
        </p:txBody>
      </p:sp>
      <p:sp>
        <p:nvSpPr>
          <p:cNvPr id="6" name="文本框 5"/>
          <p:cNvSpPr txBox="1"/>
          <p:nvPr/>
        </p:nvSpPr>
        <p:spPr>
          <a:xfrm>
            <a:off x="844550" y="1322388"/>
            <a:ext cx="6954838" cy="522288"/>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黑体" panose="02010609060101010101" pitchFamily="49" charset="-122"/>
                <a:ea typeface="微软雅黑" panose="020B0503020204020204" pitchFamily="34" charset="-122"/>
                <a:cs typeface="+mn-cs"/>
              </a:rPr>
              <a:t>分析需求：</a:t>
            </a:r>
            <a:r>
              <a:rPr kumimoji="0" lang="zh-CN" altLang="en-US"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加载程序，运行程序，暂停程序，停止程序，卸载程序，修改自动运行倍率、上传程序。</a:t>
            </a:r>
            <a:endParaRPr kumimoji="0" lang="en-US" altLang="zh-CN" sz="14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7" name="文本框 6"/>
          <p:cNvSpPr txBox="1"/>
          <p:nvPr/>
        </p:nvSpPr>
        <p:spPr>
          <a:xfrm>
            <a:off x="900113" y="4329113"/>
            <a:ext cx="6827838" cy="33813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卸载程序</a:t>
            </a:r>
            <a:r>
              <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ProxyVm</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unload</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fileName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
        <p:nvSpPr>
          <p:cNvPr id="8" name="矩形 7"/>
          <p:cNvSpPr/>
          <p:nvPr/>
        </p:nvSpPr>
        <p:spPr>
          <a:xfrm>
            <a:off x="611188" y="646113"/>
            <a:ext cx="6872288"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3-4.</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自动运行</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9" name="矩形 8"/>
          <p:cNvSpPr/>
          <p:nvPr/>
        </p:nvSpPr>
        <p:spPr>
          <a:xfrm>
            <a:off x="844550" y="1838325"/>
            <a:ext cx="4611688" cy="3079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rPr>
              <a:t>●</a:t>
            </a:r>
            <a:r>
              <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rPr>
              <a:t>分析需要使用的功能接口：</a:t>
            </a:r>
            <a:r>
              <a:rPr kumimoji="0" lang="zh-CN" altLang="en-US" sz="1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查找二次开发接口使用文档</a:t>
            </a:r>
            <a:endParaRPr kumimoji="0" lang="en-US" altLang="zh-CN" sz="14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endParaRPr>
          </a:p>
        </p:txBody>
      </p:sp>
      <p:sp>
        <p:nvSpPr>
          <p:cNvPr id="10" name="矩形 9">
            <a:hlinkClick r:id="rId2" action="ppaction://hlinksldjump"/>
          </p:cNvPr>
          <p:cNvSpPr/>
          <p:nvPr/>
        </p:nvSpPr>
        <p:spPr>
          <a:xfrm>
            <a:off x="900113" y="2160588"/>
            <a:ext cx="6827838" cy="33813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rPr>
              <a:t>上传程序：</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CommApi</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a:t>
            </a:r>
            <a:r>
              <a:rPr kumimoji="0" lang="en-US" altLang="zh-CN" sz="1600" b="0" i="0" u="none" strike="noStrike" kern="1200" cap="none" spc="0" normalizeH="0" baseline="0" noProof="0" dirty="0" err="1">
                <a:ln>
                  <a:noFill/>
                </a:ln>
                <a:solidFill>
                  <a:srgbClr val="E36925"/>
                </a:solidFill>
                <a:effectLst/>
                <a:uLnTx/>
                <a:uFillTx/>
                <a:latin typeface="+mn-lt"/>
                <a:ea typeface="+mn-ea"/>
                <a:cs typeface="+mn-cs"/>
              </a:rPr>
              <a:t>putFile</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strDstName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strLocalName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6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endParaRPr>
          </a:p>
        </p:txBody>
      </p:sp>
      <p:sp>
        <p:nvSpPr>
          <p:cNvPr id="12" name="矩形 11"/>
          <p:cNvSpPr/>
          <p:nvPr/>
        </p:nvSpPr>
        <p:spPr>
          <a:xfrm>
            <a:off x="900113" y="2593975"/>
            <a:ext cx="6827838" cy="33813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rPr>
              <a:t>加载程序：</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ProxyVm</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load</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(path,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fileName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zh-CN" altLang="en-US" sz="1600" b="0" i="0" u="none" strike="noStrike" kern="1200" cap="none" spc="0" normalizeH="0" baseline="0" noProof="0" dirty="0">
              <a:ln>
                <a:noFill/>
              </a:ln>
              <a:solidFill>
                <a:schemeClr val="dk1"/>
              </a:solidFill>
              <a:effectLst/>
              <a:uLnTx/>
              <a:uFillTx/>
              <a:latin typeface="+mn-lt"/>
              <a:ea typeface="+mn-ea"/>
              <a:cs typeface="+mn-cs"/>
            </a:endParaRPr>
          </a:p>
        </p:txBody>
      </p:sp>
      <p:sp>
        <p:nvSpPr>
          <p:cNvPr id="13" name="矩形 12"/>
          <p:cNvSpPr/>
          <p:nvPr/>
        </p:nvSpPr>
        <p:spPr>
          <a:xfrm>
            <a:off x="900113" y="3027363"/>
            <a:ext cx="6827838" cy="33972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运行程序：</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ProxyVm</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start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fileName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
        <p:nvSpPr>
          <p:cNvPr id="14" name="矩形 13"/>
          <p:cNvSpPr/>
          <p:nvPr/>
        </p:nvSpPr>
        <p:spPr>
          <a:xfrm>
            <a:off x="900113" y="3460750"/>
            <a:ext cx="6827838" cy="33813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暂停程序：</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ProxyVm</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pause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fileName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zh-CN" altLang="en-US" sz="1600" b="0" i="0" u="none" strike="noStrike" kern="1200" cap="none" spc="0" normalizeH="0" baseline="0" noProof="0" dirty="0">
              <a:ln>
                <a:noFill/>
              </a:ln>
              <a:solidFill>
                <a:schemeClr val="dk1"/>
              </a:solidFill>
              <a:effectLst/>
              <a:uLnTx/>
              <a:uFillTx/>
              <a:latin typeface="+mn-lt"/>
              <a:ea typeface="+mn-ea"/>
              <a:cs typeface="+mn-cs"/>
            </a:endParaRPr>
          </a:p>
        </p:txBody>
      </p:sp>
      <p:sp>
        <p:nvSpPr>
          <p:cNvPr id="15" name="矩形 14"/>
          <p:cNvSpPr/>
          <p:nvPr/>
        </p:nvSpPr>
        <p:spPr>
          <a:xfrm>
            <a:off x="900113" y="3894138"/>
            <a:ext cx="6827838" cy="33972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停止程序：</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ProxyVm</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stop</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fileName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6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987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7987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611188" y="615950"/>
            <a:ext cx="6872288"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3-4.</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自动运行</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79878" name="文本框 6"/>
          <p:cNvSpPr txBox="1"/>
          <p:nvPr/>
        </p:nvSpPr>
        <p:spPr>
          <a:xfrm>
            <a:off x="1139825" y="4549775"/>
            <a:ext cx="6254750" cy="307975"/>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程序运行应遵循上图所示的流程。每种状态下只能执行其允许的操作。</a:t>
            </a:r>
            <a:endParaRPr lang="zh-CN" altLang="en-US" sz="1400" dirty="0">
              <a:solidFill>
                <a:schemeClr val="tx1"/>
              </a:solidFill>
              <a:latin typeface="黑体" panose="02010609060101010101" pitchFamily="49" charset="-122"/>
            </a:endParaRPr>
          </a:p>
        </p:txBody>
      </p:sp>
      <p:pic>
        <p:nvPicPr>
          <p:cNvPr id="79879" name="图片 2"/>
          <p:cNvPicPr>
            <a:picLocks noChangeAspect="1"/>
          </p:cNvPicPr>
          <p:nvPr/>
        </p:nvPicPr>
        <p:blipFill>
          <a:blip r:embed="rId2"/>
          <a:srcRect l="2750"/>
          <a:stretch>
            <a:fillRect/>
          </a:stretch>
        </p:blipFill>
        <p:spPr>
          <a:xfrm>
            <a:off x="1114425" y="966788"/>
            <a:ext cx="6770688" cy="3568700"/>
          </a:xfrm>
          <a:prstGeom prst="rect">
            <a:avLst/>
          </a:prstGeom>
          <a:noFill/>
          <a:ln w="9525">
            <a:noFill/>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2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8192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747713" y="1154113"/>
            <a:ext cx="6967538" cy="1077913"/>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操作逻辑：</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7.</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运行程序前必须加载程序</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8.</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卸载程序必须在程序处于准备状态时进行（卸载前必须停止）</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9.</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运行程序前必须上使能</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747713" y="2462213"/>
            <a:ext cx="7181850" cy="307975"/>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mn-ea"/>
                <a:ea typeface="微软雅黑" panose="020B0503020204020204" pitchFamily="34" charset="-122"/>
                <a:cs typeface="+mn-cs"/>
              </a:rPr>
              <a:t>操作步骤：</a:t>
            </a:r>
            <a:endParaRPr kumimoji="0" lang="en-US" altLang="zh-CN" sz="1400" kern="1200" cap="none" spc="0" normalizeH="0" baseline="0" noProof="0" dirty="0">
              <a:solidFill>
                <a:schemeClr val="tx1"/>
              </a:solidFill>
              <a:latin typeface="+mn-ea"/>
              <a:ea typeface="微软雅黑" panose="020B0503020204020204" pitchFamily="34" charset="-122"/>
              <a:cs typeface="+mn-cs"/>
            </a:endParaRPr>
          </a:p>
        </p:txBody>
      </p:sp>
      <p:sp>
        <p:nvSpPr>
          <p:cNvPr id="7" name="矩形 6"/>
          <p:cNvSpPr/>
          <p:nvPr/>
        </p:nvSpPr>
        <p:spPr>
          <a:xfrm>
            <a:off x="820738" y="2862263"/>
            <a:ext cx="993775" cy="298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1.</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连接</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8" name="矩形 7"/>
          <p:cNvSpPr/>
          <p:nvPr/>
        </p:nvSpPr>
        <p:spPr>
          <a:xfrm>
            <a:off x="2179638" y="2862263"/>
            <a:ext cx="1311275" cy="298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上传程序</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9" name="矩形 8"/>
          <p:cNvSpPr/>
          <p:nvPr/>
        </p:nvSpPr>
        <p:spPr>
          <a:xfrm>
            <a:off x="3770313" y="2860675"/>
            <a:ext cx="1338263" cy="298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加载程序</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0" name="直接箭头连接符 9"/>
          <p:cNvCxnSpPr>
            <a:stCxn id="7" idx="3"/>
            <a:endCxn id="8" idx="1"/>
          </p:cNvCxnSpPr>
          <p:nvPr/>
        </p:nvCxnSpPr>
        <p:spPr>
          <a:xfrm>
            <a:off x="1814513" y="3011488"/>
            <a:ext cx="3651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8" idx="3"/>
            <a:endCxn id="9" idx="1"/>
          </p:cNvCxnSpPr>
          <p:nvPr/>
        </p:nvCxnSpPr>
        <p:spPr>
          <a:xfrm flipV="1">
            <a:off x="3490913" y="3009900"/>
            <a:ext cx="2794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9" idx="3"/>
            <a:endCxn id="18" idx="1"/>
          </p:cNvCxnSpPr>
          <p:nvPr/>
        </p:nvCxnSpPr>
        <p:spPr>
          <a:xfrm>
            <a:off x="5108575" y="3009900"/>
            <a:ext cx="244475"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072063" y="3429000"/>
            <a:ext cx="1608138" cy="287338"/>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5.</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程序运行控制</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5" name="直接箭头连接符 14"/>
          <p:cNvCxnSpPr>
            <a:stCxn id="18" idx="2"/>
            <a:endCxn id="14" idx="0"/>
          </p:cNvCxnSpPr>
          <p:nvPr/>
        </p:nvCxnSpPr>
        <p:spPr>
          <a:xfrm>
            <a:off x="5873750" y="3159125"/>
            <a:ext cx="1588" cy="269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814388" y="3444875"/>
            <a:ext cx="1312863"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8.</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卸载程序</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7" name="直接箭头连接符 16"/>
          <p:cNvCxnSpPr>
            <a:stCxn id="19" idx="1"/>
            <a:endCxn id="16" idx="3"/>
          </p:cNvCxnSpPr>
          <p:nvPr/>
        </p:nvCxnSpPr>
        <p:spPr>
          <a:xfrm flipH="1">
            <a:off x="2127250" y="3576638"/>
            <a:ext cx="236538" cy="47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353050" y="2862263"/>
            <a:ext cx="1041400" cy="2968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4.</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上使能</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19" name="矩形 18"/>
          <p:cNvSpPr/>
          <p:nvPr/>
        </p:nvSpPr>
        <p:spPr>
          <a:xfrm>
            <a:off x="2363788" y="3435350"/>
            <a:ext cx="1117600" cy="2809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7.</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掉使能</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0" name="直接箭头连接符 19"/>
          <p:cNvCxnSpPr>
            <a:stCxn id="14" idx="1"/>
            <a:endCxn id="21" idx="3"/>
          </p:cNvCxnSpPr>
          <p:nvPr/>
        </p:nvCxnSpPr>
        <p:spPr>
          <a:xfrm flipH="1">
            <a:off x="4778375" y="3573463"/>
            <a:ext cx="2936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3717925" y="3429000"/>
            <a:ext cx="1060450"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6.</a:t>
            </a:r>
            <a:r>
              <a:rPr kumimoji="0" lang="zh-CN" altLang="en-US"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停止</a:t>
            </a:r>
            <a:endParaRPr kumimoji="0" lang="en-US" altLang="zh-CN" sz="16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2" name="直接箭头连接符 21"/>
          <p:cNvCxnSpPr>
            <a:stCxn id="21" idx="1"/>
            <a:endCxn id="19" idx="3"/>
          </p:cNvCxnSpPr>
          <p:nvPr/>
        </p:nvCxnSpPr>
        <p:spPr>
          <a:xfrm flipH="1">
            <a:off x="3481388" y="3573463"/>
            <a:ext cx="236538" cy="3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611188" y="663575"/>
            <a:ext cx="6872288"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ea"/>
                <a:ea typeface="+mn-ea"/>
                <a:cs typeface="+mn-cs"/>
              </a:rPr>
              <a:t>3-4.</a:t>
            </a:r>
            <a:r>
              <a:rPr kumimoji="0" lang="zh-CN" altLang="en-US" sz="1800" b="0" i="0" u="none" strike="noStrike" kern="1200" cap="none" spc="0" normalizeH="0" baseline="0" noProof="0" dirty="0">
                <a:ln>
                  <a:noFill/>
                </a:ln>
                <a:solidFill>
                  <a:schemeClr val="tx1"/>
                </a:solidFill>
                <a:effectLst/>
                <a:uLnTx/>
                <a:uFillTx/>
                <a:latin typeface="+mn-ea"/>
                <a:ea typeface="+mn-ea"/>
                <a:cs typeface="+mn-cs"/>
              </a:rPr>
              <a:t>自动运行</a:t>
            </a:r>
            <a:endParaRPr kumimoji="0" lang="zh-CN" altLang="en-US" sz="18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397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8397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701675" y="1419225"/>
            <a:ext cx="6870700" cy="2462213"/>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Hsc3::Proxy::</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ProxyMotion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pMot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Hsc3::Proxy::</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ProxyVm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pVm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pVm.load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scrite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ProgfileName.PRG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加载</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pMot.setGpEn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(0,true);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上使能</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pVm.start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ProgFileName.PRG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运行</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pVm.stop</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ProgFileName.PRG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停止</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pMot.setGpEn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(0,false);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掉使能</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pVm.unload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ProgFileName.PRG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卸载</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83974" name="文本框 5"/>
          <p:cNvSpPr txBox="1"/>
          <p:nvPr/>
        </p:nvSpPr>
        <p:spPr>
          <a:xfrm>
            <a:off x="701675" y="1033463"/>
            <a:ext cx="6870700" cy="307975"/>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示例代码</a:t>
            </a:r>
            <a:r>
              <a:rPr lang="en-US" altLang="zh-CN" sz="1400" dirty="0">
                <a:solidFill>
                  <a:schemeClr val="tx1"/>
                </a:solidFill>
                <a:latin typeface="黑体" panose="02010609060101010101" pitchFamily="49" charset="-122"/>
              </a:rPr>
              <a:t>:</a:t>
            </a:r>
            <a:endParaRPr lang="zh-CN" altLang="en-US" sz="1400" dirty="0">
              <a:solidFill>
                <a:schemeClr val="tx1"/>
              </a:solidFill>
              <a:latin typeface="黑体" panose="02010609060101010101" pitchFamily="49" charset="-122"/>
            </a:endParaRPr>
          </a:p>
        </p:txBody>
      </p:sp>
      <p:sp>
        <p:nvSpPr>
          <p:cNvPr id="7" name="矩形 6"/>
          <p:cNvSpPr/>
          <p:nvPr/>
        </p:nvSpPr>
        <p:spPr>
          <a:xfrm>
            <a:off x="611188" y="663575"/>
            <a:ext cx="6872288"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3-4.</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自动运行</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601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8601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6" name="矩形 5"/>
          <p:cNvSpPr/>
          <p:nvPr/>
        </p:nvSpPr>
        <p:spPr>
          <a:xfrm>
            <a:off x="611188" y="677863"/>
            <a:ext cx="6872288"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运动过程中的调速问题</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7" name="文本框 6"/>
          <p:cNvSpPr txBox="1"/>
          <p:nvPr/>
        </p:nvSpPr>
        <p:spPr>
          <a:xfrm>
            <a:off x="825500" y="1897063"/>
            <a:ext cx="6872288" cy="1816100"/>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Calibri" panose="020F0502020204030204" pitchFamily="34" charset="0"/>
              </a:rPr>
              <a:t>10.</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手动模式下只有手动速度倍率生效，</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11.</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自动模式下只有自动速度倍率生效。</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12.</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外部模式使用的是自动速度倍率。</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13.</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调节手动速度倍率可以在运动过程中，也可以在开始运动前或停止运动后。</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14.</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调节自动速度倍率可以在程序运行中，也可以在程序开始运行前或程序停止运行后。外部模式下速度倍率遵循自动倍率。</a:t>
            </a:r>
            <a:endPar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86023" name="文本框 7"/>
          <p:cNvSpPr txBox="1"/>
          <p:nvPr/>
        </p:nvSpPr>
        <p:spPr>
          <a:xfrm>
            <a:off x="825500" y="1214438"/>
            <a:ext cx="6986588" cy="584200"/>
          </a:xfrm>
          <a:prstGeom prst="rect">
            <a:avLst/>
          </a:prstGeom>
          <a:noFill/>
          <a:ln w="9525">
            <a:noFill/>
          </a:ln>
        </p:spPr>
        <p:txBody>
          <a:bodyPr>
            <a:spAutoFit/>
          </a:bodyPr>
          <a:p>
            <a:r>
              <a:rPr lang="zh-CN" altLang="en-US" sz="1600" dirty="0">
                <a:solidFill>
                  <a:schemeClr val="tx1"/>
                </a:solidFill>
                <a:latin typeface="黑体" panose="02010609060101010101" pitchFamily="49" charset="-122"/>
              </a:rPr>
              <a:t>    系统允许对速度倍率进行调节，而非直接对速度进行调节。</a:t>
            </a:r>
            <a:endParaRPr lang="en-US" altLang="zh-CN" sz="1600" dirty="0">
              <a:solidFill>
                <a:schemeClr val="tx1"/>
              </a:solidFill>
              <a:latin typeface="黑体" panose="02010609060101010101" pitchFamily="49" charset="-122"/>
            </a:endParaRPr>
          </a:p>
          <a:p>
            <a:r>
              <a:rPr lang="zh-CN" altLang="en-US" sz="1600" dirty="0">
                <a:solidFill>
                  <a:schemeClr val="tx1"/>
                </a:solidFill>
                <a:latin typeface="黑体" panose="02010609060101010101" pitchFamily="49" charset="-122"/>
              </a:rPr>
              <a:t>使用</a:t>
            </a:r>
            <a:r>
              <a:rPr lang="en-US" altLang="zh-CN" sz="1600" dirty="0">
                <a:solidFill>
                  <a:schemeClr val="tx1"/>
                </a:solidFill>
                <a:latin typeface="黑体" panose="02010609060101010101" pitchFamily="49" charset="-122"/>
              </a:rPr>
              <a:t>Ⅲ</a:t>
            </a:r>
            <a:r>
              <a:rPr lang="zh-CN" altLang="en-US" sz="1600" dirty="0">
                <a:solidFill>
                  <a:schemeClr val="tx1"/>
                </a:solidFill>
                <a:latin typeface="黑体" panose="02010609060101010101" pitchFamily="49" charset="-122"/>
              </a:rPr>
              <a:t>型系统接口进行调速时因遵循以下规则：</a:t>
            </a:r>
            <a:endParaRPr lang="zh-CN" altLang="en-US" sz="1600" dirty="0">
              <a:solidFill>
                <a:schemeClr val="tx1"/>
              </a:solidFill>
              <a:latin typeface="黑体" panose="02010609060101010101"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806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8806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611188" y="677863"/>
            <a:ext cx="6872288"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运动过程中的限位问题</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6" name="文本框 5"/>
          <p:cNvSpPr txBox="1"/>
          <p:nvPr/>
        </p:nvSpPr>
        <p:spPr>
          <a:xfrm>
            <a:off x="838200" y="1825625"/>
            <a:ext cx="7010400" cy="2616200"/>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15.</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软限位可以关闭，关闭后其限位不生效。可以随意进出软限位设定范围</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16.</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当软限位生效时，当运动到点的目标点超出软限位，机器人将不执行运动到点，并报警提示。</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17.</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当软限位生效时，单轴点动时机器人会执行点动指令，直到机器人位置到达限位位置，机器人自动停止运动并报警提示。</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18.</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当软限位生效时，程序保存中的点位超限位，系统不会执行程序，并报警提示。但是当程序使用的点位并未保存在程序中且该点位超出限位时，系统会执行程序，直到到达限位位置，机器人停止运动并报警提示。</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19</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软限位的值没有限制，意味着其可以超出硬限位，当软限位范围超出硬限位，那么软限位实际已经失效，不能起到保护作用。</a:t>
            </a:r>
            <a:endPar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88071" name="矩形 6"/>
          <p:cNvSpPr/>
          <p:nvPr/>
        </p:nvSpPr>
        <p:spPr>
          <a:xfrm>
            <a:off x="838200" y="1157288"/>
            <a:ext cx="7010400" cy="584200"/>
          </a:xfrm>
          <a:prstGeom prst="rect">
            <a:avLst/>
          </a:prstGeom>
          <a:noFill/>
          <a:ln w="9525">
            <a:noFill/>
          </a:ln>
        </p:spPr>
        <p:txBody>
          <a:bodyPr>
            <a:spAutoFit/>
          </a:bodyPr>
          <a:p>
            <a:r>
              <a:rPr lang="zh-CN" altLang="en-US" sz="1600" dirty="0">
                <a:latin typeface="黑体" panose="02010609060101010101" pitchFamily="49" charset="-122"/>
              </a:rPr>
              <a:t>    </a:t>
            </a:r>
            <a:r>
              <a:rPr lang="zh-CN" altLang="en-US" sz="1600" dirty="0">
                <a:solidFill>
                  <a:schemeClr val="tx1"/>
                </a:solidFill>
                <a:latin typeface="黑体" panose="02010609060101010101" pitchFamily="49" charset="-122"/>
              </a:rPr>
              <a:t>硬限位是机器人本身的机械结构所决定的，是唯一的，软限位是系统内部对于机器人各轴的位置限制，其具体限位值可以设置，但遵循一下规则：</a:t>
            </a:r>
            <a:endParaRPr lang="en-US" altLang="zh-CN" sz="1600" dirty="0">
              <a:solidFill>
                <a:schemeClr val="tx1"/>
              </a:solidFill>
              <a:latin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11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9011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8" name="文本框 7"/>
          <p:cNvSpPr txBox="1"/>
          <p:nvPr/>
        </p:nvSpPr>
        <p:spPr>
          <a:xfrm>
            <a:off x="838200" y="1028700"/>
            <a:ext cx="6954838" cy="338138"/>
          </a:xfrm>
          <a:prstGeom prst="rect">
            <a:avLst/>
          </a:prstGeom>
          <a:noFill/>
        </p:spPr>
        <p:txBody>
          <a:bodyPr>
            <a:spAutoFit/>
          </a:bodyPr>
          <a:lstStyle/>
          <a:p>
            <a:pPr marR="0" defTabSz="914400">
              <a:buClrTx/>
              <a:buSzTx/>
              <a:buFontTx/>
              <a:buNone/>
              <a:defRPr/>
            </a:pPr>
            <a:r>
              <a:rPr kumimoji="0" lang="en-US" altLang="zh-CN" sz="1100" kern="1200" cap="none" spc="0" normalizeH="0" baseline="0" noProof="0" dirty="0">
                <a:solidFill>
                  <a:schemeClr val="tx1"/>
                </a:solidFill>
                <a:latin typeface="+mn-ea"/>
                <a:ea typeface="微软雅黑" panose="020B0503020204020204" pitchFamily="34" charset="-122"/>
                <a:cs typeface="+mn-cs"/>
              </a:rPr>
              <a:t>●</a:t>
            </a:r>
            <a:r>
              <a:rPr kumimoji="0" lang="zh-CN" altLang="en-US" sz="1600" kern="1200" cap="none" spc="0" normalizeH="0" baseline="0" noProof="0" dirty="0">
                <a:solidFill>
                  <a:schemeClr val="tx1"/>
                </a:solidFill>
                <a:latin typeface="+mn-ea"/>
                <a:ea typeface="微软雅黑" panose="020B0503020204020204" pitchFamily="34" charset="-122"/>
                <a:cs typeface="+mn-cs"/>
              </a:rPr>
              <a:t>需求：</a:t>
            </a: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采集华数</a:t>
            </a:r>
            <a:r>
              <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Ⅲ</a:t>
            </a: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型参数。</a:t>
            </a:r>
            <a:endPar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9" name="文本框 8"/>
          <p:cNvSpPr txBox="1"/>
          <p:nvPr/>
        </p:nvSpPr>
        <p:spPr>
          <a:xfrm>
            <a:off x="838200" y="1320800"/>
            <a:ext cx="6954838" cy="830263"/>
          </a:xfrm>
          <a:prstGeom prst="rect">
            <a:avLst/>
          </a:prstGeom>
          <a:noFill/>
        </p:spPr>
        <p:txBody>
          <a:bodyPr>
            <a:spAutoFit/>
          </a:bodyPr>
          <a:lstStyle/>
          <a:p>
            <a:pPr marR="0" defTabSz="914400">
              <a:buClrTx/>
              <a:buSzTx/>
              <a:buFontTx/>
              <a:buNone/>
              <a:defRPr/>
            </a:pPr>
            <a:r>
              <a:rPr kumimoji="0" lang="en-US" altLang="zh-CN" sz="1100" kern="1200" cap="none" spc="0" normalizeH="0" baseline="0" noProof="0" dirty="0">
                <a:solidFill>
                  <a:schemeClr val="tx1"/>
                </a:solidFill>
                <a:latin typeface="+mn-ea"/>
                <a:ea typeface="微软雅黑" panose="020B0503020204020204" pitchFamily="34" charset="-122"/>
                <a:cs typeface="+mn-cs"/>
              </a:rPr>
              <a:t>●</a:t>
            </a:r>
            <a:r>
              <a:rPr kumimoji="0" lang="zh-CN" altLang="en-US" sz="1600" kern="1200" cap="none" spc="0" normalizeH="0" baseline="0" noProof="0" dirty="0">
                <a:solidFill>
                  <a:schemeClr val="tx1"/>
                </a:solidFill>
                <a:latin typeface="黑体" panose="02010609060101010101" pitchFamily="49" charset="-122"/>
                <a:ea typeface="微软雅黑" panose="020B0503020204020204" pitchFamily="34" charset="-122"/>
                <a:cs typeface="+mn-cs"/>
              </a:rPr>
              <a:t>分析需求：</a:t>
            </a:r>
            <a:endParaRPr kumimoji="0" lang="en-US" altLang="zh-CN" sz="1600" kern="1200" cap="none" spc="0" normalizeH="0" baseline="0" noProof="0" dirty="0">
              <a:solidFill>
                <a:schemeClr val="tx1"/>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内容包括</a:t>
            </a:r>
            <a:r>
              <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a:t>
            </a:r>
            <a:r>
              <a:rPr kumimoji="0" lang="zh-CN" altLang="en-US"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rPr>
              <a:t>添加采集任务，停止采集任务，删除采集任务，获取采集数据，解析采集数据</a:t>
            </a:r>
            <a:endParaRPr kumimoji="0" lang="en-US" altLang="zh-CN" sz="1600" kern="1200" cap="none" spc="0" normalizeH="0" baseline="0" noProof="0" dirty="0">
              <a:solidFill>
                <a:schemeClr val="tx1"/>
              </a:solidFill>
              <a:latin typeface="华文楷体" panose="02010600040101010101" pitchFamily="2" charset="-122"/>
              <a:ea typeface="华文楷体" panose="02010600040101010101" pitchFamily="2" charset="-122"/>
              <a:cs typeface="+mn-cs"/>
            </a:endParaRPr>
          </a:p>
        </p:txBody>
      </p:sp>
      <p:sp>
        <p:nvSpPr>
          <p:cNvPr id="90119" name="文本框 9"/>
          <p:cNvSpPr txBox="1"/>
          <p:nvPr/>
        </p:nvSpPr>
        <p:spPr>
          <a:xfrm>
            <a:off x="838200" y="4203700"/>
            <a:ext cx="6954838" cy="339725"/>
          </a:xfrm>
          <a:prstGeom prst="rect">
            <a:avLst/>
          </a:prstGeom>
          <a:noFill/>
          <a:ln w="9525">
            <a:noFill/>
          </a:ln>
        </p:spPr>
        <p:txBody>
          <a:bodyPr>
            <a:spAutoFit/>
          </a:bodyPr>
          <a:p>
            <a:r>
              <a:rPr lang="zh-CN" altLang="en-US" sz="1600" dirty="0">
                <a:solidFill>
                  <a:schemeClr val="tx1"/>
                </a:solidFill>
                <a:latin typeface="华文楷体" panose="02010600040101010101" pitchFamily="2" charset="-122"/>
                <a:ea typeface="华文楷体" panose="02010600040101010101" pitchFamily="2" charset="-122"/>
              </a:rPr>
              <a:t>解析采集数据：没有接口，需要自己解析</a:t>
            </a:r>
            <a:endParaRPr lang="en-US" altLang="zh-CN" sz="1600" dirty="0">
              <a:solidFill>
                <a:schemeClr val="tx1"/>
              </a:solidFill>
              <a:latin typeface="华文楷体" panose="02010600040101010101" pitchFamily="2" charset="-122"/>
              <a:ea typeface="华文楷体" panose="02010600040101010101" pitchFamily="2" charset="-122"/>
            </a:endParaRPr>
          </a:p>
        </p:txBody>
      </p:sp>
      <p:sp>
        <p:nvSpPr>
          <p:cNvPr id="12" name="矩形 11"/>
          <p:cNvSpPr/>
          <p:nvPr/>
        </p:nvSpPr>
        <p:spPr>
          <a:xfrm>
            <a:off x="685800" y="638175"/>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3-5.</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采集</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13" name="矩形 12"/>
          <p:cNvSpPr/>
          <p:nvPr/>
        </p:nvSpPr>
        <p:spPr>
          <a:xfrm>
            <a:off x="822325" y="2062163"/>
            <a:ext cx="4581525" cy="3079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050" b="0" i="0" u="none" strike="noStrike" kern="1200" cap="none" spc="0" normalizeH="0" baseline="0" noProof="0" dirty="0">
                <a:ln>
                  <a:noFill/>
                </a:ln>
                <a:solidFill>
                  <a:schemeClr val="tx1"/>
                </a:solidFill>
                <a:effectLst/>
                <a:uLnTx/>
                <a:uFillTx/>
                <a:latin typeface="+mn-ea"/>
                <a:ea typeface="微软雅黑" panose="020B0503020204020204" pitchFamily="34" charset="-122"/>
                <a:cs typeface="+mn-cs"/>
              </a:rPr>
              <a:t>●</a:t>
            </a:r>
            <a:r>
              <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rPr>
              <a:t>分析需要使用的功能接口：</a:t>
            </a:r>
            <a:r>
              <a:rPr kumimoji="0" lang="zh-CN" altLang="en-US" sz="14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查找二次开发接口使用文档</a:t>
            </a:r>
            <a:endParaRPr kumimoji="0" lang="en-US" altLang="zh-CN" sz="1400" b="0" i="0" u="none" strike="noStrike" kern="1200" cap="none" spc="0" normalizeH="0" baseline="0" noProof="0" dirty="0">
              <a:ln>
                <a:noFill/>
              </a:ln>
              <a:solidFill>
                <a:schemeClr val="tx1"/>
              </a:solidFill>
              <a:effectLst/>
              <a:uLnTx/>
              <a:uFillTx/>
              <a:latin typeface="黑体" panose="02010609060101010101" pitchFamily="49" charset="-122"/>
              <a:ea typeface="微软雅黑" panose="020B0503020204020204" pitchFamily="34" charset="-122"/>
              <a:cs typeface="+mn-cs"/>
            </a:endParaRPr>
          </a:p>
        </p:txBody>
      </p:sp>
      <p:sp>
        <p:nvSpPr>
          <p:cNvPr id="14" name="矩形 13"/>
          <p:cNvSpPr/>
          <p:nvPr/>
        </p:nvSpPr>
        <p:spPr>
          <a:xfrm>
            <a:off x="838200" y="2427288"/>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rPr>
              <a:t>添加采集任务：</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ProxyCollect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addTask</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iSampleKT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strVarList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endParaRPr>
          </a:p>
        </p:txBody>
      </p:sp>
      <p:sp>
        <p:nvSpPr>
          <p:cNvPr id="15" name="矩形 14"/>
          <p:cNvSpPr/>
          <p:nvPr/>
        </p:nvSpPr>
        <p:spPr>
          <a:xfrm>
            <a:off x="838200" y="2889250"/>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rPr>
              <a:t>停止采集任务：</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ProxyCollect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 </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stop</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endParaRPr>
          </a:p>
        </p:txBody>
      </p:sp>
      <p:sp>
        <p:nvSpPr>
          <p:cNvPr id="16" name="矩形 15"/>
          <p:cNvSpPr/>
          <p:nvPr/>
        </p:nvSpPr>
        <p:spPr>
          <a:xfrm>
            <a:off x="838200" y="3343275"/>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rPr>
              <a:t>删除采集任务</a:t>
            </a:r>
            <a:r>
              <a:rPr kumimoji="0" lang="zh-CN" altLang="en-US" sz="1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ProxyCollect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delTask</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
        <p:nvSpPr>
          <p:cNvPr id="17" name="矩形 16"/>
          <p:cNvSpPr/>
          <p:nvPr/>
        </p:nvSpPr>
        <p:spPr>
          <a:xfrm>
            <a:off x="838200" y="3797300"/>
            <a:ext cx="6954838" cy="3079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华文楷体" panose="02010600040101010101" pitchFamily="2" charset="-122"/>
                <a:ea typeface="华文楷体" panose="02010600040101010101" pitchFamily="2" charset="-122"/>
                <a:cs typeface="+mn-cs"/>
              </a:rPr>
              <a:t>获取采集数据</a:t>
            </a:r>
            <a:r>
              <a:rPr kumimoji="0" lang="zh-CN" altLang="en-US" sz="1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CommApi</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getUdpMsg</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strMsg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6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9216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766763" y="1131888"/>
            <a:ext cx="6954838" cy="830263"/>
          </a:xfrm>
          <a:prstGeom prst="rect">
            <a:avLst/>
          </a:prstGeom>
          <a:solidFill>
            <a:srgbClr val="FF9933"/>
          </a:solidFill>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20.</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需要用到采集功能时，应在连接前设置使用</a:t>
            </a: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UDP</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21.</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开始采集任务和停止采集任务必须成对使用</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22.</a:t>
            </a:r>
            <a:r>
              <a:rPr kumimoji="0" lang="zh-CN" altLang="en-US"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rPr>
              <a:t>添加采集任务和删除采集任务必须成对使用</a:t>
            </a:r>
            <a:endParaRPr kumimoji="0" lang="en-US" altLang="zh-CN" sz="1600" b="0" i="0" u="none" strike="noStrike" kern="1200" cap="none" spc="0" normalizeH="0" baseline="0" noProof="0" dirty="0">
              <a:ln>
                <a:noFill/>
              </a:ln>
              <a:solidFill>
                <a:schemeClr val="dk1"/>
              </a:solidFill>
              <a:effectLst/>
              <a:uLnTx/>
              <a:uFillTx/>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785813" y="1990725"/>
            <a:ext cx="6954838" cy="306388"/>
          </a:xfrm>
          <a:prstGeom prst="rect">
            <a:avLst/>
          </a:prstGeom>
          <a:noFill/>
        </p:spPr>
        <p:txBody>
          <a:bodyPr>
            <a:spAutoFit/>
          </a:bodyPr>
          <a:lstStyle/>
          <a:p>
            <a:pPr marR="0" defTabSz="914400">
              <a:buClrTx/>
              <a:buSzTx/>
              <a:buFontTx/>
              <a:buNone/>
              <a:defRPr/>
            </a:pPr>
            <a:r>
              <a:rPr kumimoji="0" lang="en-US" altLang="zh-CN" sz="1400" kern="1200" cap="none" spc="0" normalizeH="0" baseline="0" noProof="0" dirty="0">
                <a:solidFill>
                  <a:schemeClr val="tx1"/>
                </a:solidFill>
                <a:latin typeface="+mn-ea"/>
                <a:ea typeface="微软雅黑" panose="020B0503020204020204" pitchFamily="34" charset="-122"/>
                <a:cs typeface="+mn-cs"/>
              </a:rPr>
              <a:t>●</a:t>
            </a:r>
            <a:r>
              <a:rPr kumimoji="0" lang="zh-CN" altLang="en-US" sz="1400" kern="1200" cap="none" spc="0" normalizeH="0" baseline="0" noProof="0" dirty="0">
                <a:solidFill>
                  <a:schemeClr val="tx1"/>
                </a:solidFill>
                <a:latin typeface="+mn-ea"/>
                <a:ea typeface="微软雅黑" panose="020B0503020204020204" pitchFamily="34" charset="-122"/>
                <a:cs typeface="+mn-cs"/>
              </a:rPr>
              <a:t>操作步骤：</a:t>
            </a:r>
            <a:endParaRPr kumimoji="0" lang="en-US" altLang="zh-CN" sz="1400" kern="1200" cap="none" spc="0" normalizeH="0" baseline="0" noProof="0" dirty="0">
              <a:solidFill>
                <a:schemeClr val="tx1"/>
              </a:solidFill>
              <a:latin typeface="+mn-ea"/>
              <a:ea typeface="微软雅黑" panose="020B0503020204020204" pitchFamily="34" charset="-122"/>
              <a:cs typeface="+mn-cs"/>
            </a:endParaRPr>
          </a:p>
        </p:txBody>
      </p:sp>
      <p:sp>
        <p:nvSpPr>
          <p:cNvPr id="7" name="矩形 6"/>
          <p:cNvSpPr/>
          <p:nvPr/>
        </p:nvSpPr>
        <p:spPr>
          <a:xfrm>
            <a:off x="3236913" y="2328863"/>
            <a:ext cx="1479550" cy="31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2.</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添加采集任务</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sp>
        <p:nvSpPr>
          <p:cNvPr id="8" name="矩形 7"/>
          <p:cNvSpPr/>
          <p:nvPr/>
        </p:nvSpPr>
        <p:spPr>
          <a:xfrm>
            <a:off x="5287963" y="2328863"/>
            <a:ext cx="1516063" cy="31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3.</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开始采集任务</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9" name="直接箭头连接符 8"/>
          <p:cNvCxnSpPr>
            <a:stCxn id="7" idx="3"/>
            <a:endCxn id="8" idx="1"/>
          </p:cNvCxnSpPr>
          <p:nvPr/>
        </p:nvCxnSpPr>
        <p:spPr>
          <a:xfrm>
            <a:off x="4716463" y="2486025"/>
            <a:ext cx="571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249613" y="2911475"/>
            <a:ext cx="1466850" cy="306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5.</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停止采集任务</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2" name="直接箭头连接符 11"/>
          <p:cNvCxnSpPr>
            <a:stCxn id="8" idx="2"/>
            <a:endCxn id="20" idx="0"/>
          </p:cNvCxnSpPr>
          <p:nvPr/>
        </p:nvCxnSpPr>
        <p:spPr>
          <a:xfrm flipH="1">
            <a:off x="6046788" y="2643188"/>
            <a:ext cx="0" cy="268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162050" y="2911475"/>
            <a:ext cx="1547813" cy="311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6.</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删除采集任务</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4" name="直接箭头连接符 13"/>
          <p:cNvCxnSpPr>
            <a:stCxn id="10" idx="1"/>
            <a:endCxn id="13" idx="3"/>
          </p:cNvCxnSpPr>
          <p:nvPr/>
        </p:nvCxnSpPr>
        <p:spPr>
          <a:xfrm flipH="1">
            <a:off x="2709863" y="3065463"/>
            <a:ext cx="53975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187450" y="2330450"/>
            <a:ext cx="1512888" cy="312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1.</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设置使用</a:t>
            </a: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UDP</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16" name="直接箭头连接符 15"/>
          <p:cNvCxnSpPr>
            <a:stCxn id="15" idx="3"/>
            <a:endCxn id="7" idx="1"/>
          </p:cNvCxnSpPr>
          <p:nvPr/>
        </p:nvCxnSpPr>
        <p:spPr>
          <a:xfrm flipV="1">
            <a:off x="2700338" y="2486025"/>
            <a:ext cx="536575"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685800" y="638175"/>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3-5.</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采集</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
        <p:nvSpPr>
          <p:cNvPr id="20" name="矩形 19"/>
          <p:cNvSpPr/>
          <p:nvPr/>
        </p:nvSpPr>
        <p:spPr>
          <a:xfrm>
            <a:off x="5313363" y="2911475"/>
            <a:ext cx="1466850" cy="306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4.</a:t>
            </a:r>
            <a:r>
              <a:rPr kumimoji="0" lang="zh-CN" altLang="en-US"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rPr>
              <a:t>获取采集数据</a:t>
            </a:r>
            <a:endParaRPr kumimoji="0" lang="en-US" altLang="zh-CN" sz="1400" b="0" i="0" u="none" strike="noStrike" kern="1200" cap="none" spc="0" normalizeH="0" baseline="0" noProof="0" dirty="0">
              <a:ln>
                <a:noFill/>
              </a:ln>
              <a:solidFill>
                <a:schemeClr val="lt1"/>
              </a:solidFill>
              <a:effectLst/>
              <a:uLnTx/>
              <a:uFillTx/>
              <a:latin typeface="华文楷体" panose="02010600040101010101" pitchFamily="2" charset="-122"/>
              <a:ea typeface="华文楷体" panose="02010600040101010101" pitchFamily="2" charset="-122"/>
              <a:cs typeface="+mn-cs"/>
            </a:endParaRPr>
          </a:p>
        </p:txBody>
      </p:sp>
      <p:cxnSp>
        <p:nvCxnSpPr>
          <p:cNvPr id="21" name="直接箭头连接符 20"/>
          <p:cNvCxnSpPr>
            <a:stCxn id="20" idx="1"/>
            <a:endCxn id="10" idx="3"/>
          </p:cNvCxnSpPr>
          <p:nvPr/>
        </p:nvCxnSpPr>
        <p:spPr bwMode="auto">
          <a:xfrm flipH="1">
            <a:off x="4716463" y="3063875"/>
            <a:ext cx="596900" cy="1588"/>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179" name="文本框 21">
            <a:hlinkClick r:id="rId2" action="ppaction://hlinksldjump"/>
          </p:cNvPr>
          <p:cNvSpPr txBox="1"/>
          <p:nvPr/>
        </p:nvSpPr>
        <p:spPr>
          <a:xfrm>
            <a:off x="766763" y="3519488"/>
            <a:ext cx="7026275" cy="339725"/>
          </a:xfrm>
          <a:prstGeom prst="rect">
            <a:avLst/>
          </a:prstGeom>
          <a:noFill/>
          <a:ln w="9525">
            <a:noFill/>
          </a:ln>
        </p:spPr>
        <p:txBody>
          <a:bodyPr>
            <a:spAutoFit/>
          </a:bodyPr>
          <a:p>
            <a:r>
              <a:rPr lang="zh-CN" altLang="en-US" sz="1600" dirty="0">
                <a:latin typeface="黑体" panose="02010609060101010101" pitchFamily="49" charset="-122"/>
              </a:rPr>
              <a:t>采集数据的格式：详见</a:t>
            </a:r>
            <a:r>
              <a:rPr lang="en-US" altLang="zh-CN" sz="1600" dirty="0">
                <a:solidFill>
                  <a:srgbClr val="E36925"/>
                </a:solidFill>
                <a:latin typeface="黑体" panose="02010609060101010101" pitchFamily="49" charset="-122"/>
                <a:hlinkClick r:id="rId2" action="ppaction://hlinksldjump"/>
              </a:rPr>
              <a:t>getUdpMsg()</a:t>
            </a:r>
            <a:r>
              <a:rPr lang="zh-CN" altLang="en-US" sz="1600" dirty="0">
                <a:latin typeface="黑体" panose="02010609060101010101" pitchFamily="49" charset="-122"/>
              </a:rPr>
              <a:t>补充说明</a:t>
            </a:r>
            <a:endParaRPr lang="zh-CN" altLang="en-US" sz="1600" dirty="0">
              <a:latin typeface="黑体" panose="0201060906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421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9421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3.</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示例</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94213" name="文本框 4"/>
          <p:cNvSpPr txBox="1"/>
          <p:nvPr/>
        </p:nvSpPr>
        <p:spPr>
          <a:xfrm>
            <a:off x="784225" y="1039813"/>
            <a:ext cx="6781800" cy="307975"/>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示例代码：</a:t>
            </a:r>
            <a:endParaRPr lang="zh-CN" altLang="en-US" sz="1400" dirty="0">
              <a:solidFill>
                <a:schemeClr val="tx1"/>
              </a:solidFill>
              <a:latin typeface="黑体" panose="02010609060101010101" pitchFamily="49" charset="-122"/>
            </a:endParaRPr>
          </a:p>
        </p:txBody>
      </p:sp>
      <p:sp>
        <p:nvSpPr>
          <p:cNvPr id="6" name="文本框 5"/>
          <p:cNvSpPr txBox="1"/>
          <p:nvPr/>
        </p:nvSpPr>
        <p:spPr>
          <a:xfrm>
            <a:off x="784225" y="1317625"/>
            <a:ext cx="6781800" cy="354012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Hsc3::Proxy::</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ProxyCollect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pCol</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cmApi.setUseUdp</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(true);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设置使用</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UDP</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cmApi.connect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(“10.10.56.214”,23234);</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If(</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cmApi.isConnect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pCol.addTask</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(1,2,"var.axis[0].</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pfb</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pCol.start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(1);</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while(</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conditon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cmApi.getUdpMsg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udpMsg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pCol.stop</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(1);</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pCol.delTask</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(1);</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685800" y="638175"/>
            <a:ext cx="6870700" cy="3698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accent1"/>
                </a:solidFill>
                <a:effectLst/>
                <a:uLnTx/>
                <a:uFillTx/>
                <a:latin typeface="+mn-ea"/>
                <a:ea typeface="+mn-ea"/>
                <a:cs typeface="+mn-cs"/>
              </a:rPr>
              <a:t>3-5.</a:t>
            </a:r>
            <a:r>
              <a:rPr kumimoji="0" lang="zh-CN" altLang="en-US" sz="1800" b="0" i="0" u="none" strike="noStrike" kern="1200" cap="none" spc="0" normalizeH="0" baseline="0" noProof="0" dirty="0">
                <a:ln>
                  <a:noFill/>
                </a:ln>
                <a:solidFill>
                  <a:schemeClr val="accent1"/>
                </a:solidFill>
                <a:effectLst/>
                <a:uLnTx/>
                <a:uFillTx/>
                <a:latin typeface="+mn-ea"/>
                <a:ea typeface="+mn-ea"/>
                <a:cs typeface="+mn-cs"/>
              </a:rPr>
              <a:t>采集</a:t>
            </a:r>
            <a:endParaRPr kumimoji="0" lang="zh-CN" altLang="en-US" sz="1800" b="0" i="0" u="none" strike="noStrike" kern="1200" cap="none" spc="0" normalizeH="0" baseline="0" noProof="0" dirty="0">
              <a:ln>
                <a:noFill/>
              </a:ln>
              <a:solidFill>
                <a:schemeClr val="accent1"/>
              </a:solidFill>
              <a:effectLst/>
              <a:uLnTx/>
              <a:uFillTx/>
              <a:latin typeface="+mn-ea"/>
              <a:ea typeface="+mn-ea"/>
              <a:cs typeface="+mn-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625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9625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CommApi</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96261" name="文本框 4"/>
          <p:cNvSpPr txBox="1"/>
          <p:nvPr/>
        </p:nvSpPr>
        <p:spPr>
          <a:xfrm>
            <a:off x="900113" y="1419225"/>
            <a:ext cx="7388225" cy="2032000"/>
          </a:xfrm>
          <a:prstGeom prst="rect">
            <a:avLst/>
          </a:prstGeom>
          <a:noFill/>
          <a:ln w="9525">
            <a:noFill/>
          </a:ln>
        </p:spPr>
        <p:txBody>
          <a:bodyPr>
            <a:spAutoFit/>
          </a:bodyPr>
          <a:p>
            <a:r>
              <a:rPr lang="zh-CN" altLang="en-US" dirty="0">
                <a:solidFill>
                  <a:srgbClr val="FF6600"/>
                </a:solidFill>
                <a:latin typeface="微软雅黑" panose="020B0503020204020204" pitchFamily="34" charset="-122"/>
              </a:rPr>
              <a:t>通信功能的操作逻辑</a:t>
            </a:r>
            <a:r>
              <a:rPr lang="en-US" altLang="zh-CN" dirty="0">
                <a:solidFill>
                  <a:srgbClr val="FF6600"/>
                </a:solidFill>
                <a:latin typeface="微软雅黑" panose="020B0503020204020204" pitchFamily="34" charset="-122"/>
              </a:rPr>
              <a:t>:</a:t>
            </a:r>
            <a:endParaRPr lang="en-US" altLang="zh-CN" dirty="0">
              <a:solidFill>
                <a:srgbClr val="FF6600"/>
              </a:solidFill>
              <a:latin typeface="微软雅黑" panose="020B0503020204020204" pitchFamily="34" charset="-122"/>
            </a:endParaRPr>
          </a:p>
          <a:p>
            <a:r>
              <a:rPr lang="zh-CN" altLang="en-US" dirty="0">
                <a:solidFill>
                  <a:srgbClr val="FF6600"/>
                </a:solidFill>
                <a:latin typeface="微软雅黑" panose="020B0503020204020204" pitchFamily="34" charset="-122"/>
              </a:rPr>
              <a:t>①所有的操作都必须在于控制器建立通信连接的基础上操作</a:t>
            </a:r>
            <a:endParaRPr lang="en-US" altLang="zh-CN" dirty="0">
              <a:solidFill>
                <a:srgbClr val="FF6600"/>
              </a:solidFill>
              <a:latin typeface="微软雅黑" panose="020B0503020204020204" pitchFamily="34" charset="-122"/>
            </a:endParaRPr>
          </a:p>
          <a:p>
            <a:r>
              <a:rPr lang="zh-CN" altLang="en-US" dirty="0">
                <a:solidFill>
                  <a:srgbClr val="FF6600"/>
                </a:solidFill>
                <a:latin typeface="微软雅黑" panose="020B0503020204020204" pitchFamily="34" charset="-122"/>
              </a:rPr>
              <a:t>②在连接前，应显示设置自动重连功能，建议设置为关闭自动重连</a:t>
            </a:r>
            <a:endParaRPr lang="en-US" altLang="zh-CN" dirty="0">
              <a:solidFill>
                <a:srgbClr val="FF6600"/>
              </a:solidFill>
              <a:latin typeface="微软雅黑" panose="020B0503020204020204" pitchFamily="34" charset="-122"/>
            </a:endParaRPr>
          </a:p>
          <a:p>
            <a:r>
              <a:rPr lang="zh-CN" altLang="en-US" dirty="0">
                <a:solidFill>
                  <a:srgbClr val="FF6600"/>
                </a:solidFill>
                <a:latin typeface="微软雅黑" panose="020B0503020204020204" pitchFamily="34" charset="-122"/>
              </a:rPr>
              <a:t>③系统默认不启用</a:t>
            </a:r>
            <a:r>
              <a:rPr lang="en-US" altLang="zh-CN" dirty="0">
                <a:solidFill>
                  <a:srgbClr val="FF6600"/>
                </a:solidFill>
                <a:latin typeface="微软雅黑" panose="020B0503020204020204" pitchFamily="34" charset="-122"/>
              </a:rPr>
              <a:t>UDP</a:t>
            </a:r>
            <a:r>
              <a:rPr lang="zh-CN" altLang="en-US" dirty="0">
                <a:solidFill>
                  <a:srgbClr val="FF6600"/>
                </a:solidFill>
                <a:latin typeface="微软雅黑" panose="020B0503020204020204" pitchFamily="34" charset="-122"/>
              </a:rPr>
              <a:t>功能，如果需要使用到</a:t>
            </a:r>
            <a:r>
              <a:rPr lang="en-US" altLang="zh-CN" dirty="0">
                <a:solidFill>
                  <a:srgbClr val="FF6600"/>
                </a:solidFill>
                <a:latin typeface="微软雅黑" panose="020B0503020204020204" pitchFamily="34" charset="-122"/>
              </a:rPr>
              <a:t>UDP</a:t>
            </a:r>
            <a:r>
              <a:rPr lang="zh-CN" altLang="en-US" dirty="0">
                <a:solidFill>
                  <a:srgbClr val="FF6600"/>
                </a:solidFill>
                <a:latin typeface="微软雅黑" panose="020B0503020204020204" pitchFamily="34" charset="-122"/>
              </a:rPr>
              <a:t>功能（采集功能）</a:t>
            </a:r>
            <a:endParaRPr lang="en-US" altLang="zh-CN" dirty="0">
              <a:solidFill>
                <a:srgbClr val="FF6600"/>
              </a:solidFill>
              <a:latin typeface="微软雅黑" panose="020B0503020204020204" pitchFamily="34" charset="-122"/>
            </a:endParaRPr>
          </a:p>
          <a:p>
            <a:r>
              <a:rPr lang="zh-CN" altLang="en-US" dirty="0">
                <a:solidFill>
                  <a:srgbClr val="FF6600"/>
                </a:solidFill>
                <a:latin typeface="微软雅黑" panose="020B0503020204020204" pitchFamily="34" charset="-122"/>
              </a:rPr>
              <a:t>需要在连接前显式调用启用</a:t>
            </a:r>
            <a:r>
              <a:rPr lang="en-US" altLang="zh-CN" dirty="0">
                <a:solidFill>
                  <a:srgbClr val="FF6600"/>
                </a:solidFill>
                <a:latin typeface="微软雅黑" panose="020B0503020204020204" pitchFamily="34" charset="-122"/>
              </a:rPr>
              <a:t>UDP</a:t>
            </a:r>
            <a:r>
              <a:rPr lang="zh-CN" altLang="en-US" dirty="0">
                <a:solidFill>
                  <a:srgbClr val="FF6600"/>
                </a:solidFill>
                <a:latin typeface="微软雅黑" panose="020B0503020204020204" pitchFamily="34" charset="-122"/>
              </a:rPr>
              <a:t>功能的接口。</a:t>
            </a:r>
            <a:endParaRPr lang="en-US" altLang="zh-CN" dirty="0">
              <a:solidFill>
                <a:srgbClr val="FF6600"/>
              </a:solidFill>
              <a:latin typeface="微软雅黑" panose="020B0503020204020204" pitchFamily="34" charset="-122"/>
            </a:endParaRPr>
          </a:p>
          <a:p>
            <a:r>
              <a:rPr lang="zh-CN" altLang="en-US" dirty="0">
                <a:solidFill>
                  <a:srgbClr val="FF6600"/>
                </a:solidFill>
                <a:latin typeface="微软雅黑" panose="020B0503020204020204" pitchFamily="34" charset="-122"/>
              </a:rPr>
              <a:t>④长时间不操作或者要做的事已经完成，应该断开连接</a:t>
            </a:r>
            <a:endParaRPr lang="en-US" altLang="zh-CN" dirty="0">
              <a:solidFill>
                <a:srgbClr val="FF6600"/>
              </a:solidFill>
              <a:latin typeface="微软雅黑" panose="020B0503020204020204" pitchFamily="34" charset="-122"/>
            </a:endParaRPr>
          </a:p>
          <a:p>
            <a:endParaRPr lang="en-US" altLang="zh-CN" dirty="0">
              <a:solidFill>
                <a:srgbClr val="FF6600"/>
              </a:solidFill>
              <a:latin typeface="微软雅黑" panose="020B0503020204020204" pitchFamily="34"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830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9830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CommApi</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1074738" y="1279525"/>
            <a:ext cx="6791325" cy="500063"/>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connect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strIp</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uint16_t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uPort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连接</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矩形 5"/>
          <p:cNvSpPr/>
          <p:nvPr/>
        </p:nvSpPr>
        <p:spPr>
          <a:xfrm>
            <a:off x="1065213" y="1852613"/>
            <a:ext cx="6791325" cy="508000"/>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void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setAutoConn</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bool</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en</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设置自动重连模式</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1065213" y="2438400"/>
            <a:ext cx="6791325" cy="469900"/>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rgbClr val="0070C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putFile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strDstName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strLocalName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上传文件</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矩形 7"/>
          <p:cNvSpPr/>
          <p:nvPr/>
        </p:nvSpPr>
        <p:spPr>
          <a:xfrm>
            <a:off x="1055688" y="2989263"/>
            <a:ext cx="6791325" cy="503238"/>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void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setUseUdp</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bool</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en</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配置使用</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UDP</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矩形 8"/>
          <p:cNvSpPr/>
          <p:nvPr/>
        </p:nvSpPr>
        <p:spPr>
          <a:xfrm>
            <a:off x="1055688" y="3529013"/>
            <a:ext cx="6791325" cy="538163"/>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getUdpMsg</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strMsg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1"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获取</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UDP</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消息</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文本框 9"/>
          <p:cNvSpPr txBox="1"/>
          <p:nvPr/>
        </p:nvSpPr>
        <p:spPr>
          <a:xfrm>
            <a:off x="1063625" y="827088"/>
            <a:ext cx="6791325" cy="338138"/>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include &lt;</a:t>
            </a:r>
            <a:r>
              <a:rPr kumimoji="0" lang="en-US" altLang="zh-CN" sz="1600" kern="1200" cap="none" spc="0" normalizeH="0" baseline="0" noProof="0" dirty="0" err="1">
                <a:latin typeface="黑体" panose="02010609060101010101" pitchFamily="49" charset="-122"/>
                <a:ea typeface="微软雅黑" panose="020B0503020204020204" pitchFamily="34" charset="-122"/>
                <a:cs typeface="+mn-cs"/>
              </a:rPr>
              <a:t>CommApi</a:t>
            </a:r>
            <a:r>
              <a:rPr kumimoji="0" lang="en-US" altLang="zh-CN" sz="1600" kern="1200" cap="none" spc="0" normalizeH="0" baseline="0" noProof="0" dirty="0" err="1">
                <a:latin typeface="黑体" panose="02010609060101010101" pitchFamily="49" charset="-122"/>
                <a:ea typeface="华文楷体" panose="02010600040101010101" pitchFamily="2" charset="-122"/>
                <a:cs typeface="+mn-cs"/>
              </a:rPr>
              <a:t>.h</a:t>
            </a: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&gt; </a:t>
            </a:r>
            <a:endParaRPr kumimoji="0" lang="en-US" altLang="zh-CN" sz="1600" kern="1200" cap="none" spc="0" normalizeH="0" baseline="0" noProof="0" dirty="0">
              <a:latin typeface="+mn-ea"/>
              <a:ea typeface="微软雅黑" panose="020B0503020204020204" pitchFamily="34" charset="-122"/>
              <a:cs typeface="+mn-c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35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0035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CommApi</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10" name="文本框 9"/>
          <p:cNvSpPr txBox="1"/>
          <p:nvPr/>
        </p:nvSpPr>
        <p:spPr>
          <a:xfrm>
            <a:off x="838200" y="749300"/>
            <a:ext cx="6878638" cy="523875"/>
          </a:xfrm>
          <a:prstGeom prst="rect">
            <a:avLst/>
          </a:prstGeom>
          <a:noFill/>
        </p:spPr>
        <p:txBody>
          <a:bodyPr>
            <a:spAutoFit/>
          </a:bodyPr>
          <a:lstStyle/>
          <a:p>
            <a:pPr marR="0" defTabSz="914400">
              <a:buClrTx/>
              <a:buSzTx/>
              <a:buFontTx/>
              <a:buNone/>
              <a:defRPr/>
            </a:pPr>
            <a:r>
              <a:rPr kumimoji="0" lang="zh-CN" altLang="en-US" sz="1400" kern="1200" cap="none" spc="0" normalizeH="0" baseline="0" noProof="0" dirty="0">
                <a:solidFill>
                  <a:srgbClr val="FF0000"/>
                </a:solidFill>
                <a:latin typeface="黑体" panose="02010609060101010101" pitchFamily="49" charset="-122"/>
                <a:ea typeface="微软雅黑" panose="020B0503020204020204" pitchFamily="34" charset="-122"/>
                <a:cs typeface="+mn-cs"/>
              </a:rPr>
              <a:t>注意：</a:t>
            </a:r>
            <a:r>
              <a:rPr kumimoji="0" lang="zh-CN" altLang="en-US" sz="1400" kern="1200" cap="none" spc="0" normalizeH="0" baseline="0" noProof="0" dirty="0">
                <a:latin typeface="黑体" panose="02010609060101010101" pitchFamily="49" charset="-122"/>
                <a:ea typeface="微软雅黑" panose="020B0503020204020204" pitchFamily="34" charset="-122"/>
                <a:cs typeface="+mn-cs"/>
              </a:rPr>
              <a:t>连接之前，应显式调用</a:t>
            </a:r>
            <a:r>
              <a:rPr kumimoji="0" lang="en-US" altLang="zh-CN" sz="1400" kern="1200" cap="none" spc="0" normalizeH="0" baseline="0" noProof="0" dirty="0" err="1">
                <a:solidFill>
                  <a:srgbClr val="E36925"/>
                </a:solidFill>
                <a:latin typeface="黑体" panose="02010609060101010101" pitchFamily="49" charset="-122"/>
                <a:ea typeface="微软雅黑" panose="020B0503020204020204" pitchFamily="34" charset="-122"/>
                <a:cs typeface="+mn-cs"/>
              </a:rPr>
              <a:t>setAutoConn</a:t>
            </a:r>
            <a:r>
              <a:rPr kumimoji="0" lang="en-US" altLang="zh-CN" sz="1400" kern="1200" cap="none" spc="0" normalizeH="0" baseline="0" noProof="0" dirty="0">
                <a:latin typeface="黑体" panose="02010609060101010101" pitchFamily="49" charset="-122"/>
                <a:ea typeface="微软雅黑" panose="020B0503020204020204" pitchFamily="34" charset="-122"/>
                <a:cs typeface="+mn-cs"/>
              </a:rPr>
              <a:t>()</a:t>
            </a:r>
            <a:r>
              <a:rPr kumimoji="0" lang="zh-CN" altLang="en-US" sz="1400" kern="1200" cap="none" spc="0" normalizeH="0" baseline="0" noProof="0" dirty="0">
                <a:latin typeface="黑体" panose="02010609060101010101" pitchFamily="49" charset="-122"/>
                <a:ea typeface="微软雅黑" panose="020B0503020204020204" pitchFamily="34" charset="-122"/>
                <a:cs typeface="+mn-cs"/>
              </a:rPr>
              <a:t>接口。指示启用或不启用自动重连功能，</a:t>
            </a:r>
            <a:r>
              <a:rPr kumimoji="0" lang="zh-CN" altLang="en-US" sz="1400" kern="1200" cap="none" spc="0" normalizeH="0" baseline="0" noProof="0" dirty="0">
                <a:solidFill>
                  <a:schemeClr val="accent5">
                    <a:lumMod val="75000"/>
                  </a:schemeClr>
                </a:solidFill>
                <a:latin typeface="黑体" panose="02010609060101010101" pitchFamily="49" charset="-122"/>
                <a:ea typeface="微软雅黑" panose="020B0503020204020204" pitchFamily="34" charset="-122"/>
                <a:cs typeface="+mn-cs"/>
              </a:rPr>
              <a:t>最好</a:t>
            </a:r>
            <a:r>
              <a:rPr kumimoji="0" lang="zh-CN" altLang="en-US" sz="1400" kern="1200" cap="none" spc="0" normalizeH="0" baseline="0" noProof="0" dirty="0">
                <a:latin typeface="黑体" panose="02010609060101010101" pitchFamily="49" charset="-122"/>
                <a:ea typeface="微软雅黑" panose="020B0503020204020204" pitchFamily="34" charset="-122"/>
                <a:cs typeface="+mn-cs"/>
              </a:rPr>
              <a:t>将自动重连功能关闭（默认为自动重连）</a:t>
            </a:r>
            <a:endParaRPr kumimoji="0" lang="en-US" altLang="zh-CN" sz="1400" kern="1200" cap="none" spc="0" normalizeH="0" baseline="0" noProof="0" dirty="0">
              <a:latin typeface="黑体" panose="02010609060101010101" pitchFamily="49" charset="-122"/>
              <a:ea typeface="微软雅黑" panose="020B0503020204020204" pitchFamily="34" charset="-122"/>
              <a:cs typeface="+mn-cs"/>
            </a:endParaRPr>
          </a:p>
        </p:txBody>
      </p:sp>
      <p:sp>
        <p:nvSpPr>
          <p:cNvPr id="12" name="矩形 11"/>
          <p:cNvSpPr/>
          <p:nvPr/>
        </p:nvSpPr>
        <p:spPr>
          <a:xfrm>
            <a:off x="825500" y="2535238"/>
            <a:ext cx="6878638" cy="530225"/>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连接</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connect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strIp</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uint16_t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uPort</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矩形 12"/>
          <p:cNvSpPr/>
          <p:nvPr/>
        </p:nvSpPr>
        <p:spPr>
          <a:xfrm>
            <a:off x="825500" y="1285875"/>
            <a:ext cx="6878638" cy="493713"/>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设置自动重连模式</a:t>
            </a:r>
            <a:endParaRPr kumimoji="0" lang="en-US" altLang="zh-CN" sz="1400" b="0" i="0" u="none" strike="noStrike" kern="1200" cap="none" spc="0" normalizeH="0" baseline="0" noProof="0" dirty="0">
              <a:ln>
                <a:noFill/>
              </a:ln>
              <a:solidFill>
                <a:srgbClr val="FF3300"/>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CommApi</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void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setAutoConn</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bool</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en</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endParaRPr kumimoji="0" lang="en-US" altLang="zh-CN" sz="1400" b="0" i="0" u="none" strike="noStrike" kern="1200" cap="none" spc="0" normalizeH="0" baseline="0" noProof="0" dirty="0">
              <a:ln>
                <a:noFill/>
              </a:ln>
              <a:solidFill>
                <a:srgbClr val="FF3300"/>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14" name="矩形 13"/>
          <p:cNvSpPr/>
          <p:nvPr/>
        </p:nvSpPr>
        <p:spPr>
          <a:xfrm>
            <a:off x="825500" y="1784350"/>
            <a:ext cx="6878638" cy="6016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Param</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en</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是否启用自动重连，</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true-</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启用，</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false-</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不启用</a:t>
            </a:r>
            <a:endParaRPr kumimoji="0" lang="zh-CN"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15" name="矩形 14"/>
          <p:cNvSpPr/>
          <p:nvPr/>
        </p:nvSpPr>
        <p:spPr>
          <a:xfrm>
            <a:off x="825500" y="3074988"/>
            <a:ext cx="6878638" cy="11445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接口调用成功，则返回</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0x0;</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否则返回非</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strIP</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以太网</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IP</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格式</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，如：</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”127.0.0.1”</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uPort</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端口号</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0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0240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CommApi</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16" name="矩形 15"/>
          <p:cNvSpPr/>
          <p:nvPr/>
        </p:nvSpPr>
        <p:spPr>
          <a:xfrm>
            <a:off x="827088" y="1149350"/>
            <a:ext cx="6996113" cy="1181100"/>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上传文件</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rgbClr val="0070C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putFile</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&amp;</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strDstName</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&amp;</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strLocalName</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7" name="矩形 16"/>
          <p:cNvSpPr/>
          <p:nvPr/>
        </p:nvSpPr>
        <p:spPr>
          <a:xfrm>
            <a:off x="827088" y="2344738"/>
            <a:ext cx="6996113" cy="16176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strDstName</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目标（服务器）文件路径</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名字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固定路径</a:t>
            </a:r>
            <a:r>
              <a:rPr kumimoji="0" lang="en-US" altLang="zh-CN" sz="1400" b="0" i="0" u="none" strike="noStrike" kern="1200" cap="none" spc="0" normalizeH="0" baseline="0" noProof="0" dirty="0">
                <a:ln>
                  <a:noFill/>
                </a:ln>
                <a:solidFill>
                  <a:schemeClr val="accent2"/>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accent2"/>
                </a:solidFill>
                <a:effectLst/>
                <a:uLnTx/>
                <a:uFillTx/>
                <a:latin typeface="+mn-lt"/>
                <a:ea typeface="+mn-ea"/>
                <a:cs typeface="+mn-cs"/>
              </a:rPr>
              <a:t>usr</a:t>
            </a:r>
            <a:r>
              <a:rPr kumimoji="0" lang="en-US" altLang="zh-CN" sz="1400" b="0" i="0" u="none" strike="noStrike" kern="1200" cap="none" spc="0" normalizeH="0" baseline="0" noProof="0" dirty="0">
                <a:ln>
                  <a:noFill/>
                </a:ln>
                <a:solidFill>
                  <a:schemeClr val="accent2"/>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accent2"/>
                </a:solidFill>
                <a:effectLst/>
                <a:uLnTx/>
                <a:uFillTx/>
                <a:latin typeface="+mn-lt"/>
                <a:ea typeface="+mn-ea"/>
                <a:cs typeface="+mn-cs"/>
              </a:rPr>
              <a:t>codesys</a:t>
            </a:r>
            <a:r>
              <a:rPr kumimoji="0" lang="en-US" altLang="zh-CN" sz="1400" b="0" i="0" u="none" strike="noStrike" kern="1200" cap="none" spc="0" normalizeH="0" baseline="0" noProof="0" dirty="0">
                <a:ln>
                  <a:noFill/>
                </a:ln>
                <a:solidFill>
                  <a:schemeClr val="accent2"/>
                </a:solidFill>
                <a:effectLst/>
                <a:uLnTx/>
                <a:uFillTx/>
                <a:latin typeface="+mn-lt"/>
                <a:ea typeface="+mn-ea"/>
                <a:cs typeface="+mn-cs"/>
              </a:rPr>
              <a:t>/hsc3_app/script/***.PRG"</a:t>
            </a:r>
            <a:endParaRPr kumimoji="0" lang="en-US" altLang="zh-CN" sz="1400" b="0" i="0" u="none" strike="noStrike" kern="1200" cap="none" spc="0" normalizeH="0" baseline="0" noProof="0" dirty="0">
              <a:ln>
                <a:noFill/>
              </a:ln>
              <a:solidFill>
                <a:schemeClr val="accent2"/>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strLocalName</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本地文件路径</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名字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例</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programFile</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Circle.PRG</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45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0445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CommApi</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7" name="矩形 6"/>
          <p:cNvSpPr/>
          <p:nvPr/>
        </p:nvSpPr>
        <p:spPr>
          <a:xfrm>
            <a:off x="849313" y="849313"/>
            <a:ext cx="6996113" cy="649288"/>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获取</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UDP</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消息</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getUdpMsg</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strMsg</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1"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04454" name="文本框 7"/>
          <p:cNvSpPr txBox="1"/>
          <p:nvPr/>
        </p:nvSpPr>
        <p:spPr>
          <a:xfrm>
            <a:off x="827088" y="2674938"/>
            <a:ext cx="6996112" cy="522287"/>
          </a:xfrm>
          <a:prstGeom prst="rect">
            <a:avLst/>
          </a:prstGeom>
          <a:noFill/>
          <a:ln w="9525">
            <a:noFill/>
          </a:ln>
        </p:spPr>
        <p:txBody>
          <a:bodyPr>
            <a:spAutoFit/>
          </a:bodyPr>
          <a:p>
            <a:r>
              <a:rPr lang="zh-CN" altLang="en-US" sz="1400" dirty="0">
                <a:solidFill>
                  <a:srgbClr val="FF0000"/>
                </a:solidFill>
                <a:latin typeface="黑体" panose="02010609060101010101" pitchFamily="49" charset="-122"/>
              </a:rPr>
              <a:t>注意：</a:t>
            </a:r>
            <a:r>
              <a:rPr lang="zh-CN" altLang="en-US" sz="1400" dirty="0">
                <a:solidFill>
                  <a:schemeClr val="tx1"/>
                </a:solidFill>
                <a:latin typeface="黑体" panose="02010609060101010101" pitchFamily="49" charset="-122"/>
              </a:rPr>
              <a:t>想要获取</a:t>
            </a:r>
            <a:r>
              <a:rPr lang="en-US" altLang="zh-CN" sz="1400" dirty="0">
                <a:solidFill>
                  <a:schemeClr val="tx1"/>
                </a:solidFill>
                <a:latin typeface="黑体" panose="02010609060101010101" pitchFamily="49" charset="-122"/>
              </a:rPr>
              <a:t>UDP</a:t>
            </a:r>
            <a:r>
              <a:rPr lang="zh-CN" altLang="en-US" sz="1400" dirty="0">
                <a:solidFill>
                  <a:schemeClr val="tx1"/>
                </a:solidFill>
                <a:latin typeface="黑体" panose="02010609060101010101" pitchFamily="49" charset="-122"/>
              </a:rPr>
              <a:t>消息，必须调用</a:t>
            </a:r>
            <a:r>
              <a:rPr lang="en-US" altLang="zh-CN" sz="1400" dirty="0">
                <a:solidFill>
                  <a:srgbClr val="E36925"/>
                </a:solidFill>
                <a:latin typeface="黑体" panose="02010609060101010101" pitchFamily="49" charset="-122"/>
              </a:rPr>
              <a:t>setUseUdp()</a:t>
            </a:r>
            <a:r>
              <a:rPr lang="zh-CN" altLang="en-US" sz="1400" dirty="0">
                <a:solidFill>
                  <a:schemeClr val="tx1"/>
                </a:solidFill>
                <a:latin typeface="黑体" panose="02010609060101010101" pitchFamily="49" charset="-122"/>
              </a:rPr>
              <a:t>接口 启用</a:t>
            </a:r>
            <a:r>
              <a:rPr lang="en-US" altLang="zh-CN" sz="1400" dirty="0">
                <a:solidFill>
                  <a:schemeClr val="tx1"/>
                </a:solidFill>
                <a:latin typeface="黑体" panose="02010609060101010101" pitchFamily="49" charset="-122"/>
              </a:rPr>
              <a:t>UDP</a:t>
            </a:r>
            <a:r>
              <a:rPr lang="zh-CN" altLang="en-US" sz="1400" dirty="0">
                <a:solidFill>
                  <a:schemeClr val="tx1"/>
                </a:solidFill>
                <a:latin typeface="黑体" panose="02010609060101010101" pitchFamily="49" charset="-122"/>
              </a:rPr>
              <a:t>。启用</a:t>
            </a:r>
            <a:r>
              <a:rPr lang="en-US" altLang="zh-CN" sz="1400" dirty="0">
                <a:solidFill>
                  <a:schemeClr val="tx1"/>
                </a:solidFill>
                <a:latin typeface="黑体" panose="02010609060101010101" pitchFamily="49" charset="-122"/>
              </a:rPr>
              <a:t>UDP</a:t>
            </a:r>
            <a:r>
              <a:rPr lang="zh-CN" altLang="en-US" sz="1400" dirty="0">
                <a:solidFill>
                  <a:schemeClr val="tx1"/>
                </a:solidFill>
                <a:latin typeface="黑体" panose="02010609060101010101" pitchFamily="49" charset="-122"/>
              </a:rPr>
              <a:t>应该在连接前设置。</a:t>
            </a:r>
            <a:endParaRPr lang="en-US" altLang="zh-CN" sz="1400" dirty="0">
              <a:solidFill>
                <a:schemeClr val="tx1"/>
              </a:solidFill>
              <a:latin typeface="黑体" panose="02010609060101010101" pitchFamily="49" charset="-122"/>
            </a:endParaRPr>
          </a:p>
        </p:txBody>
      </p:sp>
      <p:sp>
        <p:nvSpPr>
          <p:cNvPr id="9" name="矩形 8"/>
          <p:cNvSpPr/>
          <p:nvPr/>
        </p:nvSpPr>
        <p:spPr>
          <a:xfrm>
            <a:off x="827088" y="3190875"/>
            <a:ext cx="6996113" cy="676275"/>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启用</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UDP</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void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setUseUdp</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bool</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en</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10" name="矩形 9"/>
          <p:cNvSpPr/>
          <p:nvPr/>
        </p:nvSpPr>
        <p:spPr>
          <a:xfrm>
            <a:off x="849313" y="1498600"/>
            <a:ext cx="6996113" cy="11160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错误码，无意义，总是返回</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0x0</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strMsg</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返回信息（无信息时返回空串）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矩形 11"/>
          <p:cNvSpPr/>
          <p:nvPr/>
        </p:nvSpPr>
        <p:spPr>
          <a:xfrm>
            <a:off x="827088" y="3867150"/>
            <a:ext cx="6996113" cy="7254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mn-lt"/>
                <a:ea typeface="+mn-ea"/>
                <a:cs typeface="+mn-cs"/>
              </a:rPr>
              <a:t>Param:</a:t>
            </a:r>
            <a:endParaRPr kumimoji="0" lang="en-US" altLang="zh-CN" sz="14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prstClr val="black"/>
                </a:solidFill>
                <a:effectLst/>
                <a:uLnTx/>
                <a:uFillTx/>
                <a:latin typeface="+mn-lt"/>
                <a:ea typeface="+mn-ea"/>
                <a:cs typeface="+mn-cs"/>
              </a:rPr>
              <a:t>        en:</a:t>
            </a:r>
            <a:r>
              <a:rPr kumimoji="0" lang="zh-CN" altLang="en-US" sz="1400" b="0" i="0" u="none" strike="noStrike" kern="1200" cap="none" spc="0" normalizeH="0" baseline="0" noProof="0">
                <a:ln>
                  <a:noFill/>
                </a:ln>
                <a:solidFill>
                  <a:prstClr val="black"/>
                </a:solidFill>
                <a:effectLst/>
                <a:uLnTx/>
                <a:uFillTx/>
                <a:latin typeface="+mn-lt"/>
                <a:ea typeface="+mn-ea"/>
                <a:cs typeface="+mn-cs"/>
              </a:rPr>
              <a:t>是否启用</a:t>
            </a:r>
            <a:r>
              <a:rPr kumimoji="0" lang="en-US" altLang="zh-CN" sz="1400" b="0" i="0" u="none" strike="noStrike" kern="1200" cap="none" spc="0" normalizeH="0" baseline="0" noProof="0">
                <a:ln>
                  <a:noFill/>
                </a:ln>
                <a:solidFill>
                  <a:prstClr val="black"/>
                </a:solidFill>
                <a:effectLst/>
                <a:uLnTx/>
                <a:uFillTx/>
                <a:latin typeface="+mn-lt"/>
                <a:ea typeface="+mn-ea"/>
                <a:cs typeface="+mn-cs"/>
              </a:rPr>
              <a:t>UDP</a:t>
            </a:r>
            <a:r>
              <a:rPr kumimoji="0" lang="zh-CN" altLang="en-US" sz="1400" b="0" i="0" u="none" strike="noStrike" kern="1200" cap="none" spc="0" normalizeH="0" baseline="0" noProof="0">
                <a:ln>
                  <a:noFill/>
                </a:ln>
                <a:solidFill>
                  <a:prstClr val="black"/>
                </a:solidFill>
                <a:effectLst/>
                <a:uLnTx/>
                <a:uFillTx/>
                <a:latin typeface="+mn-lt"/>
                <a:ea typeface="+mn-ea"/>
                <a:cs typeface="+mn-cs"/>
              </a:rPr>
              <a:t>，</a:t>
            </a:r>
            <a:r>
              <a:rPr kumimoji="0" lang="en-US" altLang="zh-CN" sz="1400" b="0" i="0" u="none" strike="noStrike" kern="1200" cap="none" spc="0" normalizeH="0" baseline="0" noProof="0">
                <a:ln>
                  <a:noFill/>
                </a:ln>
                <a:solidFill>
                  <a:prstClr val="black"/>
                </a:solidFill>
                <a:effectLst/>
                <a:uLnTx/>
                <a:uFillTx/>
                <a:latin typeface="+mn-lt"/>
                <a:ea typeface="+mn-ea"/>
                <a:cs typeface="+mn-cs"/>
              </a:rPr>
              <a:t>true-</a:t>
            </a:r>
            <a:r>
              <a:rPr kumimoji="0" lang="zh-CN" altLang="en-US" sz="1400" b="0" i="0" u="none" strike="noStrike" kern="1200" cap="none" spc="0" normalizeH="0" baseline="0" noProof="0">
                <a:ln>
                  <a:noFill/>
                </a:ln>
                <a:solidFill>
                  <a:prstClr val="black"/>
                </a:solidFill>
                <a:effectLst/>
                <a:uLnTx/>
                <a:uFillTx/>
                <a:latin typeface="+mn-lt"/>
                <a:ea typeface="+mn-ea"/>
                <a:cs typeface="+mn-cs"/>
              </a:rPr>
              <a:t>启用，</a:t>
            </a:r>
            <a:r>
              <a:rPr kumimoji="0" lang="en-US" altLang="zh-CN" sz="1400" b="0" i="0" u="none" strike="noStrike" kern="1200" cap="none" spc="0" normalizeH="0" baseline="0" noProof="0">
                <a:ln>
                  <a:noFill/>
                </a:ln>
                <a:solidFill>
                  <a:prstClr val="black"/>
                </a:solidFill>
                <a:effectLst/>
                <a:uLnTx/>
                <a:uFillTx/>
                <a:latin typeface="+mn-lt"/>
                <a:ea typeface="+mn-ea"/>
                <a:cs typeface="+mn-cs"/>
              </a:rPr>
              <a:t>false-</a:t>
            </a:r>
            <a:r>
              <a:rPr kumimoji="0" lang="zh-CN" altLang="en-US" sz="1400" b="0" i="0" u="none" strike="noStrike" kern="1200" cap="none" spc="0" normalizeH="0" baseline="0" noProof="0">
                <a:ln>
                  <a:noFill/>
                </a:ln>
                <a:solidFill>
                  <a:prstClr val="black"/>
                </a:solidFill>
                <a:effectLst/>
                <a:uLnTx/>
                <a:uFillTx/>
                <a:latin typeface="+mn-lt"/>
                <a:ea typeface="+mn-ea"/>
                <a:cs typeface="+mn-cs"/>
              </a:rPr>
              <a:t>不启用</a:t>
            </a:r>
            <a:endParaRPr kumimoji="0" lang="zh-CN" altLang="en-US" sz="1400" b="0" i="0" u="none" strike="noStrike" kern="1200" cap="none" spc="0" normalizeH="0" baseline="0" noProof="0" dirty="0">
              <a:ln>
                <a:noFill/>
              </a:ln>
              <a:solidFill>
                <a:prstClr val="black"/>
              </a:solidFill>
              <a:effectLst/>
              <a:uLnTx/>
              <a:uFillTx/>
              <a:latin typeface="+mn-lt"/>
              <a:ea typeface="+mn-ea"/>
              <a:cs typeface="+mn-cs"/>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649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0649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CommApi</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106501" name="文本框 6"/>
          <p:cNvSpPr txBox="1"/>
          <p:nvPr/>
        </p:nvSpPr>
        <p:spPr>
          <a:xfrm>
            <a:off x="750888" y="936625"/>
            <a:ext cx="6996112" cy="338138"/>
          </a:xfrm>
          <a:prstGeom prst="rect">
            <a:avLst/>
          </a:prstGeom>
          <a:noFill/>
          <a:ln w="9525">
            <a:noFill/>
          </a:ln>
        </p:spPr>
        <p:txBody>
          <a:bodyPr>
            <a:spAutoFit/>
          </a:bodyPr>
          <a:p>
            <a:r>
              <a:rPr lang="en-US" altLang="zh-CN" sz="1600" dirty="0">
                <a:solidFill>
                  <a:srgbClr val="00B0F0"/>
                </a:solidFill>
                <a:latin typeface="黑体" panose="02010609060101010101" pitchFamily="49" charset="-122"/>
              </a:rPr>
              <a:t>HMCErrCode</a:t>
            </a:r>
            <a:r>
              <a:rPr lang="en-US" altLang="zh-CN" sz="1600" dirty="0">
                <a:latin typeface="黑体" panose="02010609060101010101" pitchFamily="49" charset="-122"/>
              </a:rPr>
              <a:t>  </a:t>
            </a:r>
            <a:r>
              <a:rPr lang="en-US" altLang="zh-CN" sz="1600" dirty="0">
                <a:solidFill>
                  <a:srgbClr val="E36925"/>
                </a:solidFill>
                <a:latin typeface="黑体" panose="02010609060101010101" pitchFamily="49" charset="-122"/>
              </a:rPr>
              <a:t>getUdpMsg </a:t>
            </a:r>
            <a:r>
              <a:rPr lang="en-US" altLang="zh-CN" sz="1600" dirty="0">
                <a:latin typeface="黑体" panose="02010609060101010101" pitchFamily="49" charset="-122"/>
              </a:rPr>
              <a:t>(</a:t>
            </a:r>
            <a:r>
              <a:rPr lang="en-US" altLang="zh-CN" sz="1600" dirty="0">
                <a:solidFill>
                  <a:srgbClr val="00B0F0"/>
                </a:solidFill>
                <a:latin typeface="黑体" panose="02010609060101010101" pitchFamily="49" charset="-122"/>
              </a:rPr>
              <a:t>std::string </a:t>
            </a:r>
            <a:r>
              <a:rPr lang="en-US" altLang="zh-CN" sz="1600" dirty="0">
                <a:latin typeface="黑体" panose="02010609060101010101" pitchFamily="49" charset="-122"/>
              </a:rPr>
              <a:t>&amp;strMsg)</a:t>
            </a:r>
            <a:r>
              <a:rPr lang="en-US" altLang="zh-CN" sz="1600" b="1" dirty="0">
                <a:latin typeface="黑体" panose="02010609060101010101" pitchFamily="49" charset="-122"/>
              </a:rPr>
              <a:t> </a:t>
            </a:r>
            <a:endParaRPr lang="en-US" altLang="zh-CN" sz="1600" dirty="0">
              <a:latin typeface="黑体" panose="02010609060101010101" pitchFamily="49" charset="-122"/>
            </a:endParaRPr>
          </a:p>
        </p:txBody>
      </p:sp>
      <p:sp>
        <p:nvSpPr>
          <p:cNvPr id="106502" name="文本框 7"/>
          <p:cNvSpPr txBox="1"/>
          <p:nvPr/>
        </p:nvSpPr>
        <p:spPr>
          <a:xfrm>
            <a:off x="728663" y="1274763"/>
            <a:ext cx="6996112" cy="2462212"/>
          </a:xfrm>
          <a:prstGeom prst="rect">
            <a:avLst/>
          </a:prstGeom>
          <a:noFill/>
          <a:ln w="9525">
            <a:noFill/>
          </a:ln>
        </p:spPr>
        <p:txBody>
          <a:bodyPr>
            <a:spAutoFit/>
          </a:bodyPr>
          <a:p>
            <a:r>
              <a:rPr lang="zh-CN" altLang="en-US" sz="1400" dirty="0">
                <a:solidFill>
                  <a:schemeClr val="tx1"/>
                </a:solidFill>
                <a:latin typeface="黑体" panose="02010609060101010101" pitchFamily="49" charset="-122"/>
              </a:rPr>
              <a:t>获取的</a:t>
            </a:r>
            <a:r>
              <a:rPr lang="en-US" altLang="zh-CN" sz="1400" dirty="0">
                <a:solidFill>
                  <a:schemeClr val="tx1"/>
                </a:solidFill>
                <a:latin typeface="黑体" panose="02010609060101010101" pitchFamily="49" charset="-122"/>
              </a:rPr>
              <a:t>UDP</a:t>
            </a:r>
            <a:r>
              <a:rPr lang="zh-CN" altLang="en-US" sz="1400" dirty="0">
                <a:solidFill>
                  <a:schemeClr val="tx1"/>
                </a:solidFill>
                <a:latin typeface="黑体" panose="02010609060101010101" pitchFamily="49" charset="-122"/>
              </a:rPr>
              <a:t>消息的字符串的格式：</a:t>
            </a:r>
            <a:endParaRPr lang="en-US" altLang="zh-CN" sz="1400" dirty="0">
              <a:solidFill>
                <a:schemeClr val="tx1"/>
              </a:solidFill>
              <a:latin typeface="黑体" panose="02010609060101010101" pitchFamily="49" charset="-122"/>
            </a:endParaRPr>
          </a:p>
          <a:p>
            <a:r>
              <a:rPr lang="zh-CN" altLang="en-US" sz="1400" dirty="0">
                <a:solidFill>
                  <a:schemeClr val="tx1"/>
                </a:solidFill>
                <a:latin typeface="黑体" panose="02010609060101010101" pitchFamily="49" charset="-122"/>
              </a:rPr>
              <a:t>例如：采集任务</a:t>
            </a:r>
            <a:endParaRPr lang="en-US" altLang="zh-CN" sz="1400" dirty="0">
              <a:solidFill>
                <a:schemeClr val="tx1"/>
              </a:solidFill>
              <a:latin typeface="黑体" panose="02010609060101010101" pitchFamily="49" charset="-122"/>
            </a:endParaRPr>
          </a:p>
          <a:p>
            <a:r>
              <a:rPr lang="en-US" altLang="zh-CN" sz="1400" dirty="0">
                <a:latin typeface="黑体" panose="02010609060101010101" pitchFamily="49" charset="-122"/>
              </a:rPr>
              <a:t>tid=1,   KT=2,   “var.a, var.b”</a:t>
            </a:r>
            <a:endParaRPr lang="en-US" altLang="zh-CN" sz="1400" dirty="0">
              <a:latin typeface="黑体" panose="02010609060101010101" pitchFamily="49" charset="-122"/>
            </a:endParaRPr>
          </a:p>
          <a:p>
            <a:r>
              <a:rPr lang="en-US" altLang="zh-CN" sz="1400" dirty="0">
                <a:latin typeface="黑体" panose="02010609060101010101" pitchFamily="49" charset="-122"/>
                <a:sym typeface="+mn-ea"/>
              </a:rPr>
              <a:t>tid=2,   KT=2,   “var.a”</a:t>
            </a:r>
            <a:endParaRPr lang="en-US" altLang="zh-CN" sz="1400" dirty="0">
              <a:latin typeface="黑体" panose="02010609060101010101" pitchFamily="49" charset="-122"/>
            </a:endParaRPr>
          </a:p>
          <a:p>
            <a:r>
              <a:rPr lang="zh-CN" altLang="en-US" sz="1400" dirty="0">
                <a:solidFill>
                  <a:schemeClr val="tx1"/>
                </a:solidFill>
                <a:latin typeface="黑体" panose="02010609060101010101" pitchFamily="49" charset="-122"/>
              </a:rPr>
              <a:t>获取的数据：</a:t>
            </a:r>
            <a:endParaRPr lang="en-US" altLang="zh-CN" sz="1400" dirty="0">
              <a:solidFill>
                <a:schemeClr val="tx1"/>
              </a:solidFill>
              <a:latin typeface="黑体" panose="02010609060101010101" pitchFamily="49" charset="-122"/>
            </a:endParaRPr>
          </a:p>
          <a:p>
            <a:r>
              <a:rPr lang="en-US" altLang="zh-CN" sz="1400" dirty="0">
                <a:latin typeface="黑体" panose="02010609060101010101" pitchFamily="49" charset="-122"/>
              </a:rPr>
              <a:t>1@,430000:.000@,12.236@,|1@,430002:.000@,12.236@,|...</a:t>
            </a:r>
            <a:endParaRPr lang="en-US" altLang="zh-CN" sz="1400" dirty="0">
              <a:latin typeface="黑体" panose="02010609060101010101" pitchFamily="49" charset="-122"/>
            </a:endParaRPr>
          </a:p>
          <a:p>
            <a:r>
              <a:rPr lang="en-US" altLang="zh-CN" sz="1400" dirty="0">
                <a:latin typeface="黑体" panose="02010609060101010101" pitchFamily="49" charset="-122"/>
                <a:sym typeface="+mn-ea"/>
              </a:rPr>
              <a:t>|2@, 430200:123@,| 2@,430202:123@,| ...</a:t>
            </a:r>
            <a:endParaRPr lang="en-US" altLang="zh-CN" sz="1400" dirty="0">
              <a:latin typeface="黑体" panose="02010609060101010101" pitchFamily="49" charset="-122"/>
              <a:sym typeface="+mn-ea"/>
            </a:endParaRPr>
          </a:p>
          <a:p>
            <a:r>
              <a:rPr lang="zh-CN" altLang="en-US" sz="1400" dirty="0">
                <a:solidFill>
                  <a:schemeClr val="tx1"/>
                </a:solidFill>
                <a:latin typeface="黑体" panose="02010609060101010101" pitchFamily="49" charset="-122"/>
              </a:rPr>
              <a:t>各组数据以“</a:t>
            </a:r>
            <a:r>
              <a:rPr lang="en-US" altLang="zh-CN" sz="1400" dirty="0">
                <a:solidFill>
                  <a:srgbClr val="0070C0"/>
                </a:solidFill>
                <a:latin typeface="黑体" panose="02010609060101010101" pitchFamily="49" charset="-122"/>
              </a:rPr>
              <a:t>|</a:t>
            </a:r>
            <a:r>
              <a:rPr lang="zh-CN" altLang="en-US" sz="1400" dirty="0">
                <a:solidFill>
                  <a:schemeClr val="tx1"/>
                </a:solidFill>
                <a:latin typeface="黑体" panose="02010609060101010101" pitchFamily="49" charset="-122"/>
              </a:rPr>
              <a:t>”分隔，每组数据中以“</a:t>
            </a:r>
            <a:r>
              <a:rPr lang="en-US" altLang="zh-CN" sz="1400" dirty="0">
                <a:solidFill>
                  <a:srgbClr val="0070C0"/>
                </a:solidFill>
                <a:latin typeface="黑体" panose="02010609060101010101" pitchFamily="49" charset="-122"/>
              </a:rPr>
              <a:t>#@,</a:t>
            </a:r>
            <a:r>
              <a:rPr lang="zh-CN" altLang="en-US" sz="1400" dirty="0">
                <a:solidFill>
                  <a:srgbClr val="0070C0"/>
                </a:solidFill>
                <a:latin typeface="黑体" panose="02010609060101010101" pitchFamily="49" charset="-122"/>
              </a:rPr>
              <a:t>***</a:t>
            </a:r>
            <a:r>
              <a:rPr lang="zh-CN" altLang="en-US" sz="1400" dirty="0">
                <a:solidFill>
                  <a:schemeClr val="tx1"/>
                </a:solidFill>
                <a:latin typeface="黑体" panose="02010609060101010101" pitchFamily="49" charset="-122"/>
              </a:rPr>
              <a:t>”开始，其中“</a:t>
            </a:r>
            <a:r>
              <a:rPr lang="en-US" altLang="zh-CN" sz="1400" dirty="0">
                <a:solidFill>
                  <a:srgbClr val="0070C0"/>
                </a:solidFill>
                <a:latin typeface="黑体" panose="02010609060101010101" pitchFamily="49" charset="-122"/>
              </a:rPr>
              <a:t>#</a:t>
            </a:r>
            <a:r>
              <a:rPr lang="zh-CN" altLang="en-US" sz="1400" dirty="0">
                <a:solidFill>
                  <a:schemeClr val="tx1"/>
                </a:solidFill>
                <a:latin typeface="黑体" panose="02010609060101010101" pitchFamily="49" charset="-122"/>
              </a:rPr>
              <a:t>”代表任务</a:t>
            </a:r>
            <a:r>
              <a:rPr lang="en-US" altLang="zh-CN" sz="1400" dirty="0">
                <a:solidFill>
                  <a:schemeClr val="tx1"/>
                </a:solidFill>
                <a:latin typeface="黑体" panose="02010609060101010101" pitchFamily="49" charset="-122"/>
              </a:rPr>
              <a:t>id</a:t>
            </a:r>
            <a:r>
              <a:rPr lang="zh-CN" altLang="en-US" sz="1400" dirty="0">
                <a:solidFill>
                  <a:schemeClr val="tx1"/>
                </a:solidFill>
                <a:latin typeface="黑体" panose="02010609060101010101" pitchFamily="49" charset="-122"/>
              </a:rPr>
              <a:t>（</a:t>
            </a:r>
            <a:r>
              <a:rPr lang="en-US" altLang="zh-CN" sz="1400" dirty="0">
                <a:solidFill>
                  <a:schemeClr val="tx1"/>
                </a:solidFill>
                <a:latin typeface="黑体" panose="02010609060101010101" pitchFamily="49" charset="-122"/>
              </a:rPr>
              <a:t>tid</a:t>
            </a:r>
            <a:r>
              <a:rPr lang="zh-CN" altLang="en-US" sz="1400" dirty="0">
                <a:solidFill>
                  <a:schemeClr val="tx1"/>
                </a:solidFill>
                <a:latin typeface="黑体" panose="02010609060101010101" pitchFamily="49" charset="-122"/>
              </a:rPr>
              <a:t>）。“</a:t>
            </a:r>
            <a:r>
              <a:rPr lang="zh-CN" altLang="en-US" sz="1400" dirty="0">
                <a:solidFill>
                  <a:srgbClr val="0070C0"/>
                </a:solidFill>
                <a:latin typeface="黑体" panose="02010609060101010101" pitchFamily="49" charset="-122"/>
              </a:rPr>
              <a:t>***</a:t>
            </a:r>
            <a:r>
              <a:rPr lang="zh-CN" altLang="en-US" sz="1400" dirty="0">
                <a:solidFill>
                  <a:schemeClr val="tx1"/>
                </a:solidFill>
                <a:latin typeface="黑体" panose="02010609060101010101" pitchFamily="49" charset="-122"/>
              </a:rPr>
              <a:t>”代表时间戳，同一任务相邻两组数据的时间戳之差，即该任务的采集周期倍数（</a:t>
            </a:r>
            <a:r>
              <a:rPr lang="en-US" altLang="zh-CN" sz="1400" dirty="0">
                <a:solidFill>
                  <a:schemeClr val="tx1"/>
                </a:solidFill>
                <a:latin typeface="黑体" panose="02010609060101010101" pitchFamily="49" charset="-122"/>
              </a:rPr>
              <a:t>KT</a:t>
            </a:r>
            <a:r>
              <a:rPr lang="zh-CN" altLang="en-US" sz="1400" dirty="0">
                <a:solidFill>
                  <a:schemeClr val="tx1"/>
                </a:solidFill>
                <a:latin typeface="黑体" panose="02010609060101010101" pitchFamily="49" charset="-122"/>
              </a:rPr>
              <a:t>）。</a:t>
            </a:r>
            <a:endParaRPr lang="en-US" altLang="zh-CN" sz="1400" dirty="0">
              <a:solidFill>
                <a:schemeClr val="tx1"/>
              </a:solidFill>
              <a:latin typeface="黑体" panose="02010609060101010101" pitchFamily="49" charset="-122"/>
            </a:endParaRPr>
          </a:p>
          <a:p>
            <a:r>
              <a:rPr lang="zh-CN" altLang="en-US" sz="1400" dirty="0">
                <a:solidFill>
                  <a:schemeClr val="tx1"/>
                </a:solidFill>
                <a:latin typeface="黑体" panose="02010609060101010101" pitchFamily="49" charset="-122"/>
              </a:rPr>
              <a:t>采集的每个数据以“</a:t>
            </a:r>
            <a:r>
              <a:rPr lang="en-US" altLang="zh-CN" sz="1400" dirty="0">
                <a:latin typeface="黑体" panose="02010609060101010101" pitchFamily="49" charset="-122"/>
              </a:rPr>
              <a:t>:</a:t>
            </a:r>
            <a:r>
              <a:rPr lang="zh-CN" altLang="en-US" sz="1400" dirty="0">
                <a:solidFill>
                  <a:schemeClr val="tx1"/>
                </a:solidFill>
                <a:latin typeface="黑体" panose="02010609060101010101" pitchFamily="49" charset="-122"/>
              </a:rPr>
              <a:t>”开始“</a:t>
            </a:r>
            <a:r>
              <a:rPr lang="en-US" altLang="zh-CN" sz="1400" dirty="0">
                <a:solidFill>
                  <a:srgbClr val="0070C0"/>
                </a:solidFill>
                <a:latin typeface="黑体" panose="02010609060101010101" pitchFamily="49" charset="-122"/>
              </a:rPr>
              <a:t>,@</a:t>
            </a:r>
            <a:r>
              <a:rPr lang="zh-CN" altLang="en-US" sz="1400" dirty="0">
                <a:solidFill>
                  <a:schemeClr val="tx1"/>
                </a:solidFill>
                <a:latin typeface="黑体" panose="02010609060101010101" pitchFamily="49" charset="-122"/>
              </a:rPr>
              <a:t>”结束，按照采集参数的顺序排列。</a:t>
            </a:r>
            <a:endParaRPr lang="en-US" altLang="zh-CN" sz="1400" dirty="0">
              <a:solidFill>
                <a:schemeClr val="tx1"/>
              </a:solidFill>
              <a:latin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854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0854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ProxyMotion</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9" name="文本框 8"/>
          <p:cNvSpPr txBox="1"/>
          <p:nvPr/>
        </p:nvSpPr>
        <p:spPr>
          <a:xfrm>
            <a:off x="1036638" y="1535113"/>
            <a:ext cx="6789738" cy="1754188"/>
          </a:xfrm>
          <a:prstGeom prst="rect">
            <a:avLst/>
          </a:prstGeom>
          <a:noFill/>
        </p:spPr>
        <p:txBody>
          <a:bodyPr>
            <a:spAutoFit/>
          </a:bodyPr>
          <a:lstStyle/>
          <a:p>
            <a:pPr marR="0" defTabSz="914400">
              <a:buClrTx/>
              <a:buSzTx/>
              <a:buFontTx/>
              <a:buNone/>
              <a:defRPr/>
            </a:pPr>
            <a:r>
              <a:rPr kumimoji="0" lang="zh-CN" altLang="en-US" kern="1200" cap="none" spc="0" normalizeH="0" baseline="0" noProof="0" dirty="0">
                <a:solidFill>
                  <a:srgbClr val="FF6600"/>
                </a:solidFill>
                <a:latin typeface="+mn-ea"/>
                <a:ea typeface="微软雅黑" panose="020B0503020204020204" pitchFamily="34" charset="-122"/>
                <a:cs typeface="+mn-cs"/>
              </a:rPr>
              <a:t>运动功能操作逻辑：</a:t>
            </a:r>
            <a:endParaRPr kumimoji="0" lang="en-US" altLang="zh-CN"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kern="1200" cap="none" spc="0" normalizeH="0" baseline="0" noProof="0" dirty="0">
                <a:solidFill>
                  <a:srgbClr val="FF6600"/>
                </a:solidFill>
                <a:latin typeface="黑体" panose="02010609060101010101" pitchFamily="49" charset="-122"/>
                <a:ea typeface="微软雅黑" panose="020B0503020204020204" pitchFamily="34" charset="-122"/>
                <a:cs typeface="+mn-cs"/>
              </a:rPr>
              <a:t>①所有的运动操作都必须在使能的基础上操作，非运动指令不受使能状态的影响。</a:t>
            </a:r>
            <a:endParaRPr kumimoji="0" lang="zh-CN" altLang="en-US"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zh-CN" altLang="en-US" kern="1200" cap="none" spc="0" normalizeH="0" baseline="0" noProof="0" dirty="0">
                <a:solidFill>
                  <a:srgbClr val="FF6600"/>
                </a:solidFill>
                <a:latin typeface="黑体" panose="02010609060101010101" pitchFamily="49" charset="-122"/>
                <a:ea typeface="微软雅黑" panose="020B0503020204020204" pitchFamily="34" charset="-122"/>
                <a:cs typeface="+mn-cs"/>
              </a:rPr>
              <a:t>②单轴手动开始运动和停止运动必须成对使用，即有运动必须有停止，否则机械臂将会一直运动直到碰到限位</a:t>
            </a:r>
            <a:endParaRPr kumimoji="0" lang="en-US" altLang="zh-CN"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endParaRPr kumimoji="0" lang="en-US" altLang="zh-CN" kern="1200" cap="none" spc="0" normalizeH="0" baseline="0" noProof="0" dirty="0">
              <a:solidFill>
                <a:srgbClr val="FF6600"/>
              </a:solidFill>
              <a:latin typeface="+mn-ea"/>
              <a:ea typeface="微软雅黑" panose="020B0503020204020204" pitchFamily="34" charset="-122"/>
              <a:cs typeface="+mn-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059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1059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ProxyMotion</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827088" y="1065213"/>
            <a:ext cx="6789738" cy="612775"/>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setJointLimit</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gpId,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JntData</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pos</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JntData</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neg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mask):</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设置限位</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矩形 5"/>
          <p:cNvSpPr/>
          <p:nvPr/>
        </p:nvSpPr>
        <p:spPr>
          <a:xfrm>
            <a:off x="827088" y="1808163"/>
            <a:ext cx="6789738" cy="592138"/>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startJog</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gpId,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axId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DirectType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direc</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单轴手动运动</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827088" y="2530475"/>
            <a:ext cx="6789738" cy="649288"/>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moveTo</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gpId,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GeneralPos</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&amp;point,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bool</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isLinear</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运动到点</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文本框 7"/>
          <p:cNvSpPr txBox="1"/>
          <p:nvPr/>
        </p:nvSpPr>
        <p:spPr>
          <a:xfrm>
            <a:off x="781050" y="700088"/>
            <a:ext cx="6791325" cy="338138"/>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include &lt;</a:t>
            </a:r>
            <a:r>
              <a:rPr kumimoji="0" lang="en-US" altLang="zh-CN" sz="1600" kern="1200" cap="none" spc="0" normalizeH="0" baseline="0" noProof="0" dirty="0" err="1">
                <a:latin typeface="黑体" panose="02010609060101010101" pitchFamily="49" charset="-122"/>
                <a:ea typeface="华文楷体" panose="02010600040101010101" pitchFamily="2" charset="-122"/>
                <a:cs typeface="+mn-cs"/>
              </a:rPr>
              <a:t>ProxyMotion.h</a:t>
            </a: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&gt;</a:t>
            </a:r>
            <a:endParaRPr kumimoji="0" lang="en-US" altLang="zh-CN" sz="1600" kern="1200" cap="none" spc="0" normalizeH="0" baseline="0" noProof="0" dirty="0">
              <a:latin typeface="+mn-ea"/>
              <a:ea typeface="微软雅黑" panose="020B0503020204020204" pitchFamily="34" charset="-122"/>
              <a:cs typeface="+mn-cs"/>
            </a:endParaRPr>
          </a:p>
        </p:txBody>
      </p:sp>
      <p:sp>
        <p:nvSpPr>
          <p:cNvPr id="9" name="矩形 8"/>
          <p:cNvSpPr/>
          <p:nvPr/>
        </p:nvSpPr>
        <p:spPr>
          <a:xfrm>
            <a:off x="827088" y="4056063"/>
            <a:ext cx="6789738" cy="635000"/>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1"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setVord</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vord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nl-NL"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设置自动运行速度倍率</a:t>
            </a:r>
            <a:endParaRPr kumimoji="0" lang="nl-NL"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矩形 9"/>
          <p:cNvSpPr/>
          <p:nvPr/>
        </p:nvSpPr>
        <p:spPr>
          <a:xfrm>
            <a:off x="827088" y="3309938"/>
            <a:ext cx="6789738" cy="606425"/>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setJogVord</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vord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设置手动速度倍率</a:t>
            </a:r>
            <a:endParaRPr kumimoji="0" lang="zh-CN" altLang="en-US" sz="1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4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1264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ProxyMotion</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838200" y="792163"/>
            <a:ext cx="7132638" cy="1382713"/>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设置限位</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setJointLimit</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gpId,</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JntData</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&amp;</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pos</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JntData</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&amp;</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neg</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mask</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矩形 5"/>
          <p:cNvSpPr/>
          <p:nvPr/>
        </p:nvSpPr>
        <p:spPr>
          <a:xfrm>
            <a:off x="838200" y="2174875"/>
            <a:ext cx="7132638" cy="162083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gpId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设置的组号（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pos</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：正限位数据，</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9</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个数据</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neg</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：负限位数据，</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9</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个数据</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mask</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：使能掩码，</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低</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9</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位有效，第</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位代表组中第</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个轴，第</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8</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位代表组中第</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9</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个轴。</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12647" name="文本框 6"/>
          <p:cNvSpPr txBox="1"/>
          <p:nvPr/>
        </p:nvSpPr>
        <p:spPr>
          <a:xfrm>
            <a:off x="838200" y="3935413"/>
            <a:ext cx="7132638" cy="307975"/>
          </a:xfrm>
          <a:prstGeom prst="rect">
            <a:avLst/>
          </a:prstGeom>
          <a:noFill/>
          <a:ln w="9525">
            <a:noFill/>
          </a:ln>
        </p:spPr>
        <p:txBody>
          <a:bodyPr>
            <a:spAutoFit/>
          </a:bodyPr>
          <a:p>
            <a:r>
              <a:rPr lang="zh-CN" altLang="en-US" sz="1400" dirty="0">
                <a:solidFill>
                  <a:srgbClr val="FF0000"/>
                </a:solidFill>
                <a:latin typeface="黑体" panose="02010609060101010101" pitchFamily="49" charset="-122"/>
              </a:rPr>
              <a:t>使能掩码：数据转换为二进制时，对应位为</a:t>
            </a:r>
            <a:r>
              <a:rPr lang="en-US" altLang="zh-CN" sz="1400" dirty="0">
                <a:solidFill>
                  <a:srgbClr val="FF0000"/>
                </a:solidFill>
                <a:latin typeface="黑体" panose="02010609060101010101" pitchFamily="49" charset="-122"/>
              </a:rPr>
              <a:t>1</a:t>
            </a:r>
            <a:r>
              <a:rPr lang="zh-CN" altLang="en-US" sz="1400" dirty="0">
                <a:solidFill>
                  <a:srgbClr val="FF0000"/>
                </a:solidFill>
                <a:latin typeface="黑体" panose="02010609060101010101" pitchFamily="49" charset="-122"/>
              </a:rPr>
              <a:t>为使能，即该轴生效。</a:t>
            </a:r>
            <a:endParaRPr lang="zh-CN" altLang="en-US" sz="1400" dirty="0">
              <a:solidFill>
                <a:srgbClr val="FF0000"/>
              </a:solidFill>
              <a:latin typeface="黑体" panose="02010609060101010101" pitchFamily="49"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469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1469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ProxyMotion</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974725" y="720725"/>
            <a:ext cx="6996113" cy="506413"/>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单轴手动运动</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startJog</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gpId,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axId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DirectType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direc</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矩形 5"/>
          <p:cNvSpPr/>
          <p:nvPr/>
        </p:nvSpPr>
        <p:spPr>
          <a:xfrm>
            <a:off x="974725" y="2835275"/>
            <a:ext cx="6996113" cy="528638"/>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停止手动运动</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Calibri" panose="020F0502020204030204" pitchFamily="34" charset="0"/>
                <a:ea typeface="+mn-ea"/>
                <a:cs typeface="+mn-cs"/>
              </a:rPr>
              <a:t>stopJog</a:t>
            </a:r>
            <a:r>
              <a:rPr kumimoji="0" lang="en-US" altLang="zh-CN" sz="1400" b="0" i="0" u="none" strike="noStrike" kern="1200" cap="none" spc="0" normalizeH="0" baseline="0" noProof="0" dirty="0">
                <a:ln>
                  <a:noFill/>
                </a:ln>
                <a:solidFill>
                  <a:srgbClr val="E36925"/>
                </a:solidFill>
                <a:effectLst/>
                <a:uLnTx/>
                <a:uFillTx/>
                <a:latin typeface="Calibri" panose="020F0502020204030204" pitchFamily="34" charset="0"/>
                <a:ea typeface="+mn-ea"/>
                <a:cs typeface="+mn-cs"/>
              </a:rPr>
              <a:t> </a:t>
            </a:r>
            <a:r>
              <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Calibri" panose="020F0502020204030204" pitchFamily="34" charset="0"/>
                <a:ea typeface="+mn-ea"/>
                <a:cs typeface="+mn-cs"/>
              </a:rPr>
              <a:t>int8_t</a:t>
            </a:r>
            <a:r>
              <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gpId)</a:t>
            </a:r>
            <a:endPar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974725" y="3370263"/>
            <a:ext cx="6996113" cy="101917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gpId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矩形 7"/>
          <p:cNvSpPr/>
          <p:nvPr/>
        </p:nvSpPr>
        <p:spPr>
          <a:xfrm>
            <a:off x="974725" y="1228725"/>
            <a:ext cx="6996113" cy="15541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gpId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axId</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轴号</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此轴号即可以指关节轴，又可以指笛卡尔轴</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0..5</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为内部轴，</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6..8</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为附加轴）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direc</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方向</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枚举类型</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DirectType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14697" name="矩形 1"/>
          <p:cNvSpPr/>
          <p:nvPr/>
        </p:nvSpPr>
        <p:spPr>
          <a:xfrm>
            <a:off x="971550" y="4408488"/>
            <a:ext cx="6672263" cy="461962"/>
          </a:xfrm>
          <a:prstGeom prst="rect">
            <a:avLst/>
          </a:prstGeom>
          <a:noFill/>
          <a:ln w="9525">
            <a:noFill/>
          </a:ln>
        </p:spPr>
        <p:txBody>
          <a:bodyPr>
            <a:spAutoFit/>
          </a:bodyPr>
          <a:p>
            <a:r>
              <a:rPr lang="zh-CN" altLang="en-US" sz="1200" dirty="0">
                <a:solidFill>
                  <a:srgbClr val="FF3300"/>
                </a:solidFill>
                <a:latin typeface="黑体" panose="02010609060101010101" pitchFamily="49" charset="-122"/>
              </a:rPr>
              <a:t>注意</a:t>
            </a:r>
            <a:r>
              <a:rPr lang="en-US" altLang="zh-CN" sz="1200" dirty="0">
                <a:solidFill>
                  <a:srgbClr val="FF3300"/>
                </a:solidFill>
                <a:latin typeface="黑体" panose="02010609060101010101" pitchFamily="49" charset="-122"/>
              </a:rPr>
              <a:t>:</a:t>
            </a:r>
            <a:r>
              <a:rPr lang="zh-CN" altLang="en-US" sz="1200" dirty="0">
                <a:solidFill>
                  <a:srgbClr val="FF3300"/>
                </a:solidFill>
                <a:latin typeface="黑体" panose="02010609060101010101" pitchFamily="49" charset="-122"/>
              </a:rPr>
              <a:t>①</a:t>
            </a:r>
            <a:r>
              <a:rPr lang="en-US" altLang="zh-CN" sz="1200" dirty="0">
                <a:solidFill>
                  <a:srgbClr val="E36925"/>
                </a:solidFill>
                <a:latin typeface="黑体" panose="02010609060101010101" pitchFamily="49" charset="-122"/>
              </a:rPr>
              <a:t>startJog()</a:t>
            </a:r>
            <a:r>
              <a:rPr lang="zh-CN" altLang="en-US" sz="1200" dirty="0">
                <a:latin typeface="黑体" panose="02010609060101010101" pitchFamily="49" charset="-122"/>
              </a:rPr>
              <a:t>必须和</a:t>
            </a:r>
            <a:r>
              <a:rPr lang="en-US" altLang="zh-CN" sz="1200" dirty="0">
                <a:solidFill>
                  <a:srgbClr val="E36925"/>
                </a:solidFill>
                <a:latin typeface="黑体" panose="02010609060101010101" pitchFamily="49" charset="-122"/>
              </a:rPr>
              <a:t>StopJog()</a:t>
            </a:r>
            <a:r>
              <a:rPr lang="zh-CN" altLang="en-US" sz="1200" dirty="0">
                <a:latin typeface="黑体" panose="02010609060101010101" pitchFamily="49" charset="-122"/>
              </a:rPr>
              <a:t>成对出现</a:t>
            </a:r>
            <a:endParaRPr lang="en-US" altLang="zh-CN" sz="1200" dirty="0">
              <a:solidFill>
                <a:srgbClr val="FF3300"/>
              </a:solidFill>
              <a:latin typeface="黑体" panose="02010609060101010101" pitchFamily="49" charset="-122"/>
            </a:endParaRPr>
          </a:p>
          <a:p>
            <a:r>
              <a:rPr lang="en-US" altLang="zh-CN" sz="1200" dirty="0">
                <a:solidFill>
                  <a:srgbClr val="E36925"/>
                </a:solidFill>
                <a:latin typeface="黑体" panose="02010609060101010101" pitchFamily="49" charset="-122"/>
              </a:rPr>
              <a:t>     </a:t>
            </a:r>
            <a:r>
              <a:rPr lang="zh-CN" altLang="en-US" sz="1200" dirty="0">
                <a:solidFill>
                  <a:srgbClr val="E36925"/>
                </a:solidFill>
                <a:latin typeface="黑体" panose="02010609060101010101" pitchFamily="49" charset="-122"/>
              </a:rPr>
              <a:t>②</a:t>
            </a:r>
            <a:r>
              <a:rPr lang="en-US" altLang="zh-CN" sz="1200" dirty="0">
                <a:solidFill>
                  <a:srgbClr val="E36925"/>
                </a:solidFill>
                <a:latin typeface="黑体" panose="02010609060101010101" pitchFamily="49" charset="-122"/>
              </a:rPr>
              <a:t>stopJog()</a:t>
            </a:r>
            <a:r>
              <a:rPr lang="zh-CN" altLang="en-US" sz="1200" dirty="0">
                <a:latin typeface="黑体" panose="02010609060101010101" pitchFamily="49" charset="-122"/>
              </a:rPr>
              <a:t>接口的作用是停止手动运动，无论是单轴运动还是运动到点</a:t>
            </a:r>
            <a:endParaRPr lang="zh-CN" altLang="en-US" sz="1200" dirty="0">
              <a:latin typeface="黑体" panose="02010609060101010101"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673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1673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ProxyMotion</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700088" y="1079500"/>
            <a:ext cx="7031038" cy="541338"/>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运动到点</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moveTo</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gpId,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GeneralPos</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&amp;point,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bool</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isLinear</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endParaRPr kumimoji="0" lang="en-US" altLang="zh-CN" sz="1400" b="0" i="0" u="none" strike="noStrike" kern="1200" cap="none" spc="0" normalizeH="0" baseline="0" noProof="0" dirty="0">
              <a:ln>
                <a:noFill/>
              </a:ln>
              <a:solidFill>
                <a:prstClr val="black"/>
              </a:solidFill>
              <a:effectLst/>
              <a:uLnTx/>
              <a:uFillTx/>
              <a:latin typeface="+mn-lt"/>
              <a:ea typeface="+mn-ea"/>
              <a:cs typeface="+mn-cs"/>
            </a:endParaRPr>
          </a:p>
        </p:txBody>
      </p:sp>
      <p:sp>
        <p:nvSpPr>
          <p:cNvPr id="6" name="矩形 5"/>
          <p:cNvSpPr/>
          <p:nvPr/>
        </p:nvSpPr>
        <p:spPr>
          <a:xfrm>
            <a:off x="700088" y="1620838"/>
            <a:ext cx="7031038" cy="145573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gpId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point :</a:t>
            </a:r>
            <a:r>
              <a:rPr kumimoji="0" lang="zh-CN" altLang="en-US" sz="1400" b="0" i="0" u="none" strike="noStrike" kern="1200" cap="none" spc="0" normalizeH="0" baseline="0" noProof="0" dirty="0">
                <a:ln>
                  <a:noFill/>
                </a:ln>
                <a:solidFill>
                  <a:prstClr val="black"/>
                </a:solidFill>
                <a:effectLst/>
                <a:uLnTx/>
                <a:uFillTx/>
                <a:latin typeface="+mn-lt"/>
                <a:ea typeface="+mn-ea"/>
                <a:cs typeface="+mn-cs"/>
              </a:rPr>
              <a:t>点位数据，</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GeneralPos</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结构体类型</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isLinear</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是否直线运动</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true-</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直线运动，</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false-</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关节运动</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16743" name="文本框 6"/>
          <p:cNvSpPr txBox="1"/>
          <p:nvPr/>
        </p:nvSpPr>
        <p:spPr>
          <a:xfrm>
            <a:off x="700088" y="3335338"/>
            <a:ext cx="7031037" cy="954087"/>
          </a:xfrm>
          <a:prstGeom prst="rect">
            <a:avLst/>
          </a:prstGeom>
          <a:noFill/>
          <a:ln w="9525">
            <a:noFill/>
          </a:ln>
        </p:spPr>
        <p:txBody>
          <a:bodyPr>
            <a:spAutoFit/>
          </a:bodyPr>
          <a:p>
            <a:r>
              <a:rPr lang="zh-CN" altLang="en-US" sz="1400" dirty="0">
                <a:solidFill>
                  <a:srgbClr val="FF0000"/>
                </a:solidFill>
                <a:latin typeface="黑体" panose="02010609060101010101" pitchFamily="49" charset="-122"/>
              </a:rPr>
              <a:t>注：</a:t>
            </a:r>
            <a:endParaRPr lang="en-US" altLang="zh-CN" sz="1400" dirty="0">
              <a:solidFill>
                <a:srgbClr val="FF0000"/>
              </a:solidFill>
              <a:latin typeface="黑体" panose="02010609060101010101" pitchFamily="49" charset="-122"/>
            </a:endParaRPr>
          </a:p>
          <a:p>
            <a:r>
              <a:rPr lang="zh-CN" altLang="en-US" sz="1400" dirty="0">
                <a:solidFill>
                  <a:schemeClr val="tx1"/>
                </a:solidFill>
                <a:latin typeface="黑体" panose="02010609060101010101" pitchFamily="49" charset="-122"/>
              </a:rPr>
              <a:t>结合</a:t>
            </a:r>
            <a:r>
              <a:rPr lang="en-US" altLang="zh-CN" sz="1400" dirty="0">
                <a:solidFill>
                  <a:srgbClr val="00B0F0"/>
                </a:solidFill>
                <a:latin typeface="黑体" panose="02010609060101010101" pitchFamily="49" charset="-122"/>
              </a:rPr>
              <a:t>GeneralPos </a:t>
            </a:r>
            <a:r>
              <a:rPr lang="zh-CN" altLang="en-US" sz="1400" dirty="0">
                <a:solidFill>
                  <a:schemeClr val="tx1"/>
                </a:solidFill>
                <a:latin typeface="黑体" panose="02010609060101010101" pitchFamily="49" charset="-122"/>
              </a:rPr>
              <a:t>通用点的点位类型（</a:t>
            </a:r>
            <a:r>
              <a:rPr lang="en-US" altLang="zh-CN" sz="1400" dirty="0">
                <a:solidFill>
                  <a:srgbClr val="7030A0"/>
                </a:solidFill>
                <a:latin typeface="黑体" panose="02010609060101010101" pitchFamily="49" charset="-122"/>
              </a:rPr>
              <a:t>isJoint</a:t>
            </a:r>
            <a:r>
              <a:rPr lang="zh-CN" altLang="en-US" sz="1400" dirty="0">
                <a:solidFill>
                  <a:schemeClr val="tx1"/>
                </a:solidFill>
                <a:latin typeface="黑体" panose="02010609060101010101" pitchFamily="49" charset="-122"/>
              </a:rPr>
              <a:t>属性）和运动方式（</a:t>
            </a:r>
            <a:r>
              <a:rPr lang="en-US" altLang="zh-CN" sz="1400" dirty="0">
                <a:solidFill>
                  <a:srgbClr val="7030A0"/>
                </a:solidFill>
                <a:latin typeface="黑体" panose="02010609060101010101" pitchFamily="49" charset="-122"/>
              </a:rPr>
              <a:t>isLinear</a:t>
            </a:r>
            <a:r>
              <a:rPr lang="zh-CN" altLang="en-US" sz="1400" dirty="0">
                <a:solidFill>
                  <a:schemeClr val="tx1"/>
                </a:solidFill>
                <a:latin typeface="黑体" panose="02010609060101010101" pitchFamily="49" charset="-122"/>
              </a:rPr>
              <a:t>参数），此接口可以实现：关节点间的直线运动，关节点间的空间运动，空间点间的直线运动，空间点间的空间运动</a:t>
            </a:r>
            <a:endParaRPr lang="zh-CN" altLang="en-US" sz="1400" dirty="0">
              <a:solidFill>
                <a:schemeClr val="tx1"/>
              </a:solidFill>
              <a:latin typeface="黑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878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1878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ProxyMotion</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722313" y="869950"/>
            <a:ext cx="7200900" cy="2032000"/>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rgbClr val="00B0F0"/>
                </a:solidFill>
                <a:effectLst/>
                <a:uLnTx/>
                <a:uFillTx/>
                <a:latin typeface="+mn-lt"/>
                <a:ea typeface="幼圆" panose="02010509060101010101" pitchFamily="49" charset="-122"/>
                <a:cs typeface="+mn-cs"/>
              </a:rPr>
              <a:t>GeneralPos</a:t>
            </a:r>
            <a:r>
              <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rPr>
              <a:t> :</a:t>
            </a:r>
            <a:endPar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幼圆" panose="02010509060101010101" pitchFamily="49" charset="-122"/>
                <a:cs typeface="+mn-cs"/>
              </a:rPr>
              <a:t>struct</a:t>
            </a:r>
            <a:r>
              <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幼圆" panose="02010509060101010101" pitchFamily="49" charset="-122"/>
                <a:cs typeface="+mn-cs"/>
              </a:rPr>
              <a:t>GeneralPos</a:t>
            </a:r>
            <a:endPar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华文楷体" panose="02010600040101010101" pitchFamily="2" charset="-122"/>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rPr>
              <a:t>bool </a:t>
            </a:r>
            <a:r>
              <a:rPr kumimoji="0" lang="en-US" altLang="zh-CN" sz="1400" b="0" i="0" u="none" strike="noStrike" kern="1200" cap="none" spc="0" normalizeH="0" baseline="0" noProof="0" dirty="0" err="1">
                <a:ln>
                  <a:noFill/>
                </a:ln>
                <a:solidFill>
                  <a:schemeClr val="dk1"/>
                </a:solidFill>
                <a:effectLst/>
                <a:uLnTx/>
                <a:uFillTx/>
                <a:latin typeface="+mn-lt"/>
                <a:ea typeface="幼圆" panose="02010509060101010101" pitchFamily="49" charset="-122"/>
                <a:cs typeface="+mn-cs"/>
              </a:rPr>
              <a:t>isJoint</a:t>
            </a:r>
            <a:r>
              <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是否关节点</a:t>
            </a:r>
            <a:endPar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华文楷体" panose="02010600040101010101" pitchFamily="2" charset="-122"/>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rPr>
              <a:t>int8_t </a:t>
            </a:r>
            <a:r>
              <a:rPr kumimoji="0" lang="en-US" altLang="zh-CN" sz="1400" b="0" i="0" u="none" strike="noStrike" kern="1200" cap="none" spc="0" normalizeH="0" baseline="0" noProof="0" dirty="0" err="1">
                <a:ln>
                  <a:noFill/>
                </a:ln>
                <a:solidFill>
                  <a:schemeClr val="dk1"/>
                </a:solidFill>
                <a:effectLst/>
                <a:uLnTx/>
                <a:uFillTx/>
                <a:latin typeface="+mn-lt"/>
                <a:ea typeface="幼圆" panose="02010509060101010101" pitchFamily="49" charset="-122"/>
                <a:cs typeface="+mn-cs"/>
              </a:rPr>
              <a:t>ufNum</a:t>
            </a:r>
            <a:r>
              <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工件号，如果不指定工件坐标系，则此参数传</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-1</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华文楷体" panose="02010600040101010101" pitchFamily="2" charset="-122"/>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rPr>
              <a:t>int8_t </a:t>
            </a:r>
            <a:r>
              <a:rPr kumimoji="0" lang="en-US" altLang="zh-CN" sz="1400" b="0" i="0" u="none" strike="noStrike" kern="1200" cap="none" spc="0" normalizeH="0" baseline="0" noProof="0" dirty="0" err="1">
                <a:ln>
                  <a:noFill/>
                </a:ln>
                <a:solidFill>
                  <a:schemeClr val="dk1"/>
                </a:solidFill>
                <a:effectLst/>
                <a:uLnTx/>
                <a:uFillTx/>
                <a:latin typeface="+mn-lt"/>
                <a:ea typeface="幼圆" panose="02010509060101010101" pitchFamily="49" charset="-122"/>
                <a:cs typeface="+mn-cs"/>
              </a:rPr>
              <a:t>utNum</a:t>
            </a:r>
            <a:r>
              <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工具号，如果不指定工件坐标系，则此参数传</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-1</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a:t>
            </a:r>
            <a:endParaRPr kumimoji="0" lang="en-US" altLang="zh-CN" sz="1400" b="0" i="0" u="none" strike="noStrike" kern="1200" cap="none" spc="0" normalizeH="0" baseline="0" noProof="0" dirty="0">
              <a:ln>
                <a:noFill/>
              </a:ln>
              <a:solidFill>
                <a:srgbClr val="00B0F0"/>
              </a:solidFill>
              <a:effectLst/>
              <a:uLnTx/>
              <a:uFillTx/>
              <a:latin typeface="+mn-lt"/>
              <a:ea typeface="华文楷体"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华文楷体" panose="02010600040101010101" pitchFamily="2" charset="-122"/>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rPr>
              <a:t>int32_t </a:t>
            </a:r>
            <a:r>
              <a:rPr kumimoji="0" lang="en-US" altLang="zh-CN" sz="1400" b="0" i="0" u="none" strike="noStrike" kern="1200" cap="none" spc="0" normalizeH="0" baseline="0" noProof="0" dirty="0" err="1">
                <a:ln>
                  <a:noFill/>
                </a:ln>
                <a:solidFill>
                  <a:schemeClr val="dk1"/>
                </a:solidFill>
                <a:effectLst/>
                <a:uLnTx/>
                <a:uFillTx/>
                <a:latin typeface="+mn-lt"/>
                <a:ea typeface="幼圆" panose="02010509060101010101" pitchFamily="49" charset="-122"/>
                <a:cs typeface="+mn-cs"/>
              </a:rPr>
              <a:t>config</a:t>
            </a:r>
            <a:r>
              <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形态位，参考</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Ⅲ</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型形态说明。此参数在关节运动时无效。</a:t>
            </a:r>
            <a:endPar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华文楷体" panose="02010600040101010101" pitchFamily="2" charset="-122"/>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幼圆" panose="02010509060101010101" pitchFamily="49" charset="-122"/>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幼圆" panose="02010509060101010101" pitchFamily="49" charset="-122"/>
                <a:cs typeface="+mn-cs"/>
              </a:rPr>
              <a:t>::vector&lt;double&gt; </a:t>
            </a:r>
            <a:r>
              <a:rPr kumimoji="0" lang="en-US" altLang="zh-CN" sz="1400" b="0" i="0" u="none" strike="noStrike" kern="1200" cap="none" spc="0" normalizeH="0" baseline="0" noProof="0" dirty="0" err="1">
                <a:ln>
                  <a:noFill/>
                </a:ln>
                <a:solidFill>
                  <a:schemeClr val="dk1"/>
                </a:solidFill>
                <a:effectLst/>
                <a:uLnTx/>
                <a:uFillTx/>
                <a:latin typeface="+mn-lt"/>
                <a:ea typeface="幼圆" panose="02010509060101010101" pitchFamily="49" charset="-122"/>
                <a:cs typeface="+mn-cs"/>
              </a:rPr>
              <a:t>vecPos</a:t>
            </a:r>
            <a:r>
              <a:rPr kumimoji="0" lang="en-US" altLang="zh-CN" sz="1400" b="0" i="0" u="none" strike="noStrike" kern="1200" cap="none" spc="0" normalizeH="0" baseline="0" noProof="0" dirty="0">
                <a:ln>
                  <a:noFill/>
                </a:ln>
                <a:solidFill>
                  <a:schemeClr val="dk1"/>
                </a:solidFill>
                <a:effectLst/>
                <a:uLnTx/>
                <a:uFillTx/>
                <a:latin typeface="+mn-lt"/>
                <a:ea typeface="幼圆" panose="02010509060101010101" pitchFamily="49" charset="-122"/>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点位数据，</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9</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个数据（</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1-6</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内部轴，</a:t>
            </a: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7-9</a:t>
            </a:r>
            <a:r>
              <a:rPr kumimoji="0" lang="zh-CN" altLang="en-US"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外部轴）</a:t>
            </a:r>
            <a:endParaRPr kumimoji="0" lang="en-US" altLang="zh-CN" sz="1400" b="0" i="0" u="none" strike="noStrike" kern="1200" cap="none" spc="0" normalizeH="0" baseline="0" noProof="0" dirty="0">
              <a:ln>
                <a:noFill/>
              </a:ln>
              <a:solidFill>
                <a:srgbClr val="00B0F0"/>
              </a:solidFill>
              <a:effectLst/>
              <a:uLnTx/>
              <a:uFillTx/>
              <a:latin typeface="+mn-lt"/>
              <a:ea typeface="华文楷体"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华文楷体" panose="02010600040101010101" pitchFamily="2" charset="-122"/>
              <a:cs typeface="+mn-cs"/>
            </a:endParaRPr>
          </a:p>
        </p:txBody>
      </p:sp>
      <p:sp>
        <p:nvSpPr>
          <p:cNvPr id="6" name="矩形 5"/>
          <p:cNvSpPr/>
          <p:nvPr/>
        </p:nvSpPr>
        <p:spPr>
          <a:xfrm>
            <a:off x="722313" y="3179763"/>
            <a:ext cx="6689725" cy="1169988"/>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accent4"/>
                </a:solidFill>
                <a:effectLst/>
                <a:uLnTx/>
                <a:uFillTx/>
                <a:latin typeface="黑体" panose="02010609060101010101" pitchFamily="49" charset="-122"/>
                <a:ea typeface="微软雅黑" panose="020B0503020204020204" pitchFamily="34" charset="-122"/>
                <a:cs typeface="+mn-cs"/>
              </a:rPr>
              <a:t>注：</a:t>
            </a:r>
            <a:endParaRPr kumimoji="0" lang="en-US" altLang="zh-CN" sz="1400" b="0" i="0" u="none" strike="noStrike" kern="1200" cap="none" spc="0" normalizeH="0" baseline="0" noProof="0" dirty="0">
              <a:ln>
                <a:noFill/>
              </a:ln>
              <a:solidFill>
                <a:schemeClr val="accent4"/>
              </a:solidFill>
              <a:effectLst/>
              <a:uLnTx/>
              <a:uFillTx/>
              <a:latin typeface="黑体" panose="02010609060101010101" pitchFamily="49"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1.</a:t>
            </a:r>
            <a:r>
              <a:rPr kumimoji="0" lang="zh-CN" altLang="en-US"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点位类型有</a:t>
            </a:r>
            <a:r>
              <a:rPr kumimoji="0" lang="en-US" altLang="zh-CN"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关节点（</a:t>
            </a:r>
            <a:r>
              <a:rPr kumimoji="0" lang="zh-CN" altLang="en-US" sz="1400" b="0" i="0" u="none" strike="noStrike" kern="1200" cap="none" spc="0" normalizeH="0" baseline="0" noProof="0" dirty="0">
                <a:ln>
                  <a:noFill/>
                </a:ln>
                <a:solidFill>
                  <a:srgbClr val="7030A0"/>
                </a:solidFill>
                <a:effectLst/>
                <a:uLnTx/>
                <a:uFillTx/>
                <a:latin typeface="黑体" panose="02010609060101010101" pitchFamily="49" charset="-122"/>
                <a:ea typeface="微软雅黑" panose="020B0503020204020204" pitchFamily="34" charset="-122"/>
                <a:cs typeface="+mn-cs"/>
              </a:rPr>
              <a:t>关节坐标</a:t>
            </a:r>
            <a:r>
              <a:rPr kumimoji="0" lang="zh-CN" altLang="en-US"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）、空间点（</a:t>
            </a:r>
            <a:r>
              <a:rPr kumimoji="0" lang="zh-CN" altLang="en-US" sz="1400" b="0" i="0" u="none" strike="noStrike" kern="1200" cap="none" spc="0" normalizeH="0" baseline="0" noProof="0" dirty="0">
                <a:ln>
                  <a:noFill/>
                </a:ln>
                <a:solidFill>
                  <a:srgbClr val="7030A0"/>
                </a:solidFill>
                <a:effectLst/>
                <a:uLnTx/>
                <a:uFillTx/>
                <a:latin typeface="黑体" panose="02010609060101010101" pitchFamily="49" charset="-122"/>
                <a:ea typeface="微软雅黑" panose="020B0503020204020204" pitchFamily="34" charset="-122"/>
                <a:cs typeface="+mn-cs"/>
              </a:rPr>
              <a:t>笛卡尔位姿坐标</a:t>
            </a:r>
            <a:endParaRPr kumimoji="0" lang="en-US" altLang="zh-CN"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2. </a:t>
            </a:r>
            <a:r>
              <a:rPr kumimoji="0" lang="en-US" altLang="zh-CN" sz="1400" b="0" i="0" u="none" strike="noStrike" kern="1200" cap="none" spc="0" normalizeH="0" baseline="0" noProof="0" dirty="0" err="1">
                <a:ln>
                  <a:noFill/>
                </a:ln>
                <a:solidFill>
                  <a:schemeClr val="accent1"/>
                </a:solidFill>
                <a:effectLst/>
                <a:uLnTx/>
                <a:uFillTx/>
                <a:latin typeface="黑体" panose="02010609060101010101" pitchFamily="49" charset="-122"/>
                <a:ea typeface="微软雅黑" panose="020B0503020204020204" pitchFamily="34" charset="-122"/>
                <a:cs typeface="+mn-cs"/>
              </a:rPr>
              <a:t>config</a:t>
            </a:r>
            <a:r>
              <a:rPr kumimoji="0" lang="zh-CN" altLang="en-US"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参数可以通过获取形态位接口获取</a:t>
            </a:r>
            <a:endParaRPr kumimoji="0" lang="en-US" altLang="zh-CN"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黑体" panose="02010609060101010101" pitchFamily="49" charset="-122"/>
                <a:ea typeface="微软雅黑" panose="020B0503020204020204" pitchFamily="34" charset="-122"/>
                <a:cs typeface="+mn-cs"/>
              </a:rPr>
              <a:t>HMCErrCode </a:t>
            </a:r>
            <a:r>
              <a:rPr kumimoji="0" lang="en-US" altLang="zh-CN" sz="1400" b="0" i="0" u="none" strike="noStrike" kern="1200" cap="none" spc="0" normalizeH="0" baseline="0" noProof="0" dirty="0" err="1">
                <a:ln>
                  <a:noFill/>
                </a:ln>
                <a:solidFill>
                  <a:srgbClr val="00B0F0"/>
                </a:solidFill>
                <a:effectLst/>
                <a:uLnTx/>
                <a:uFillTx/>
                <a:latin typeface="黑体" panose="02010609060101010101" pitchFamily="49" charset="-122"/>
                <a:ea typeface="微软雅黑" panose="020B0503020204020204" pitchFamily="34" charset="-122"/>
                <a:cs typeface="+mn-cs"/>
              </a:rPr>
              <a:t>proxyMotion</a:t>
            </a:r>
            <a:r>
              <a:rPr kumimoji="0" lang="en-US" altLang="zh-CN" sz="1400" b="0" i="0" u="none" strike="noStrike" kern="1200" cap="none" spc="0" normalizeH="0" baseline="0" noProof="0" dirty="0">
                <a:ln>
                  <a:noFill/>
                </a:ln>
                <a:solidFill>
                  <a:srgbClr val="00B0F0"/>
                </a:solidFill>
                <a:effectLst/>
                <a:uLnTx/>
                <a:uFillTx/>
                <a:latin typeface="黑体" panose="02010609060101010101" pitchFamily="49" charset="-122"/>
                <a:ea typeface="微软雅黑" panose="020B0503020204020204" pitchFamily="34" charset="-122"/>
                <a:cs typeface="+mn-cs"/>
              </a:rPr>
              <a:t>::</a:t>
            </a:r>
            <a:r>
              <a:rPr kumimoji="0" lang="fr-FR" altLang="zh-CN" sz="1400" b="0" i="0" u="none" strike="noStrike" kern="1200" cap="none" spc="0" normalizeH="0" baseline="0" noProof="0" dirty="0">
                <a:ln>
                  <a:noFill/>
                </a:ln>
                <a:solidFill>
                  <a:srgbClr val="E36925"/>
                </a:solidFill>
                <a:effectLst/>
                <a:uLnTx/>
                <a:uFillTx/>
                <a:latin typeface="黑体" panose="02010609060101010101" pitchFamily="49" charset="-122"/>
                <a:ea typeface="微软雅黑" panose="020B0503020204020204" pitchFamily="34" charset="-122"/>
                <a:cs typeface="+mn-cs"/>
              </a:rPr>
              <a:t>getConfig</a:t>
            </a:r>
            <a:r>
              <a:rPr kumimoji="0" lang="fr-FR" altLang="zh-CN"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rPr>
              <a:t> (int8_t gpId, int32_t &amp;config)</a:t>
            </a:r>
            <a:endPar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chemeClr val="accent1"/>
              </a:solidFill>
              <a:effectLst/>
              <a:uLnTx/>
              <a:uFillTx/>
              <a:latin typeface="黑体" panose="02010609060101010101" pitchFamily="49" charset="-122"/>
              <a:ea typeface="微软雅黑" panose="020B0503020204020204" pitchFamily="34" charset="-122"/>
              <a:cs typeface="+mn-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083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2083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ProxyMotion</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755650" y="754063"/>
            <a:ext cx="7031038" cy="490538"/>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设置手动速度倍率</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setJogVord</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vord</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矩形 5"/>
          <p:cNvSpPr/>
          <p:nvPr/>
        </p:nvSpPr>
        <p:spPr>
          <a:xfrm>
            <a:off x="755650" y="2395538"/>
            <a:ext cx="7031038" cy="509588"/>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设置自动速度倍率</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setVord</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vord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755650" y="1260475"/>
            <a:ext cx="7031038" cy="9509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vord</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速度倍率，</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0-100</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矩形 7"/>
          <p:cNvSpPr/>
          <p:nvPr/>
        </p:nvSpPr>
        <p:spPr>
          <a:xfrm>
            <a:off x="755650" y="2935288"/>
            <a:ext cx="7031038" cy="10779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vord</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速度倍率，</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0-100</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20841" name="矩形 8"/>
          <p:cNvSpPr/>
          <p:nvPr/>
        </p:nvSpPr>
        <p:spPr>
          <a:xfrm>
            <a:off x="755650" y="4179888"/>
            <a:ext cx="7031038" cy="307975"/>
          </a:xfrm>
          <a:prstGeom prst="rect">
            <a:avLst/>
          </a:prstGeom>
          <a:noFill/>
          <a:ln w="9525">
            <a:noFill/>
          </a:ln>
        </p:spPr>
        <p:txBody>
          <a:bodyPr>
            <a:spAutoFit/>
          </a:bodyPr>
          <a:p>
            <a:r>
              <a:rPr lang="zh-CN" altLang="en-US" sz="1400" dirty="0">
                <a:solidFill>
                  <a:srgbClr val="FF3300"/>
                </a:solidFill>
                <a:latin typeface="黑体" panose="02010609060101010101" pitchFamily="49" charset="-122"/>
              </a:rPr>
              <a:t>注意：</a:t>
            </a:r>
            <a:r>
              <a:rPr lang="en-US" altLang="zh-CN" sz="1400" dirty="0">
                <a:latin typeface="黑体" panose="02010609060101010101" pitchFamily="49" charset="-122"/>
              </a:rPr>
              <a:t>vord</a:t>
            </a:r>
            <a:r>
              <a:rPr lang="zh-CN" altLang="en-US" sz="1400" dirty="0">
                <a:solidFill>
                  <a:schemeClr val="tx1"/>
                </a:solidFill>
                <a:latin typeface="黑体" panose="02010609060101010101" pitchFamily="49" charset="-122"/>
              </a:rPr>
              <a:t>参数是速度倍率而非速率</a:t>
            </a:r>
            <a:endParaRPr lang="zh-CN" altLang="en-US" sz="1400" dirty="0">
              <a:solidFill>
                <a:schemeClr val="tx1"/>
              </a:solidFill>
              <a:latin typeface="黑体" panose="02010609060101010101"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8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2288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ProxySys</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796925" y="1304925"/>
            <a:ext cx="6791325" cy="922338"/>
          </a:xfrm>
          <a:prstGeom prst="rect">
            <a:avLst/>
          </a:prstGeom>
          <a:noFill/>
        </p:spPr>
        <p:txBody>
          <a:bodyPr>
            <a:spAutoFit/>
          </a:bodyPr>
          <a:lstStyle/>
          <a:p>
            <a:pPr marR="0" defTabSz="914400">
              <a:buClrTx/>
              <a:buSzTx/>
              <a:buFontTx/>
              <a:buNone/>
              <a:defRPr/>
            </a:pPr>
            <a:r>
              <a:rPr kumimoji="0" lang="zh-CN" altLang="en-US" kern="1200" cap="none" spc="0" normalizeH="0" baseline="0" noProof="0" dirty="0">
                <a:solidFill>
                  <a:srgbClr val="FF6600"/>
                </a:solidFill>
                <a:latin typeface="+mn-ea"/>
                <a:ea typeface="微软雅黑" panose="020B0503020204020204" pitchFamily="34" charset="-122"/>
                <a:cs typeface="+mn-cs"/>
              </a:rPr>
              <a:t>系统功能操作逻辑：</a:t>
            </a:r>
            <a:endParaRPr kumimoji="0" lang="en-US" altLang="zh-CN"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kern="1200" cap="none" spc="0" normalizeH="0" baseline="0" noProof="0" dirty="0">
                <a:solidFill>
                  <a:srgbClr val="FF6600"/>
                </a:solidFill>
                <a:latin typeface="黑体" panose="02010609060101010101" pitchFamily="49" charset="-122"/>
                <a:ea typeface="微软雅黑" panose="020B0503020204020204" pitchFamily="34" charset="-122"/>
                <a:cs typeface="+mn-cs"/>
              </a:rPr>
              <a:t>①错误报警在复位之前不能进行其它操作，警告报警及严重程度更低的报警在复位之前可以继续其它操作</a:t>
            </a:r>
            <a:endParaRPr kumimoji="0" lang="en-US" altLang="zh-CN"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493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2493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ProxySys</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12" name="矩形 11"/>
          <p:cNvSpPr/>
          <p:nvPr/>
        </p:nvSpPr>
        <p:spPr>
          <a:xfrm>
            <a:off x="1063625" y="2100263"/>
            <a:ext cx="6791325" cy="625475"/>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E36925"/>
                </a:solidFill>
                <a:effectLst/>
                <a:uLnTx/>
                <a:uFillTx/>
                <a:latin typeface="+mn-lt"/>
                <a:ea typeface="+mn-ea"/>
                <a:cs typeface="+mn-cs"/>
              </a:rPr>
              <a:t>getMessage</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ErrLevel</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&amp;level, </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uint64_t</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&amp;code,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::string</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&amp;</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strMsg</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uint32_t</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ulWaitTime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dk1"/>
                </a:solidFill>
                <a:effectLst/>
                <a:uLnTx/>
                <a:uFillTx/>
                <a:latin typeface="+mn-lt"/>
                <a:ea typeface="+mn-ea"/>
                <a:cs typeface="+mn-cs"/>
              </a:rPr>
              <a:t>获取报警信息</a:t>
            </a:r>
            <a:endParaRPr kumimoji="0" lang="en-US" altLang="zh-CN" sz="1600" b="0" i="0" u="none" strike="noStrike" kern="1200" cap="none" spc="0" normalizeH="0" baseline="0" noProof="0" dirty="0">
              <a:ln>
                <a:noFill/>
              </a:ln>
              <a:solidFill>
                <a:schemeClr val="dk1"/>
              </a:solidFill>
              <a:effectLst/>
              <a:uLnTx/>
              <a:uFillTx/>
              <a:latin typeface="+mn-lt"/>
              <a:ea typeface="+mn-ea"/>
              <a:cs typeface="+mn-cs"/>
            </a:endParaRPr>
          </a:p>
        </p:txBody>
      </p:sp>
      <p:sp>
        <p:nvSpPr>
          <p:cNvPr id="15" name="文本框 14"/>
          <p:cNvSpPr txBox="1"/>
          <p:nvPr/>
        </p:nvSpPr>
        <p:spPr>
          <a:xfrm>
            <a:off x="1063625" y="1635125"/>
            <a:ext cx="6791325"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黑体" panose="02010609060101010101" pitchFamily="49" charset="-122"/>
                <a:ea typeface="华文楷体" panose="02010600040101010101" pitchFamily="2" charset="-122"/>
                <a:cs typeface="+mn-cs"/>
              </a:rPr>
              <a:t>include &lt;</a:t>
            </a:r>
            <a:r>
              <a:rPr kumimoji="0" lang="en-US" altLang="zh-CN" kern="1200" cap="none" spc="0" normalizeH="0" baseline="0" noProof="0" dirty="0" err="1">
                <a:latin typeface="黑体" panose="02010609060101010101" pitchFamily="49" charset="-122"/>
                <a:ea typeface="华文楷体" panose="02010600040101010101" pitchFamily="2" charset="-122"/>
                <a:cs typeface="+mn-cs"/>
              </a:rPr>
              <a:t>ProxySys.h</a:t>
            </a:r>
            <a:r>
              <a:rPr kumimoji="0" lang="en-US" altLang="zh-CN" kern="1200" cap="none" spc="0" normalizeH="0" baseline="0" noProof="0" dirty="0">
                <a:latin typeface="黑体" panose="02010609060101010101" pitchFamily="49" charset="-122"/>
                <a:ea typeface="华文楷体" panose="02010600040101010101" pitchFamily="2" charset="-122"/>
                <a:cs typeface="+mn-cs"/>
              </a:rPr>
              <a:t>&gt; </a:t>
            </a:r>
            <a:endParaRPr kumimoji="0" lang="en-US" altLang="zh-CN" kern="1200" cap="none" spc="0" normalizeH="0" baseline="0" noProof="0" dirty="0">
              <a:latin typeface="+mn-ea"/>
              <a:ea typeface="微软雅黑" panose="020B0503020204020204" pitchFamily="34" charset="-122"/>
              <a:cs typeface="+mn-cs"/>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697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2697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ProxySys</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814388" y="690563"/>
            <a:ext cx="7031038" cy="1382713"/>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获取系统报警信息</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getMessage</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ErrLevel</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&amp;level,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uint64_t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&amp;code,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&amp;</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strMsg</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uint32_t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ulWaitTime</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矩形 5"/>
          <p:cNvSpPr/>
          <p:nvPr/>
        </p:nvSpPr>
        <p:spPr>
          <a:xfrm>
            <a:off x="814388" y="2073275"/>
            <a:ext cx="7031038" cy="25003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使用该接口会阻塞调用线程，直至获取到信息</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等待超时。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a:ln>
                  <a:noFill/>
                </a:ln>
                <a:solidFill>
                  <a:schemeClr val="tx1"/>
                </a:solidFill>
                <a:effectLst/>
                <a:uLnTx/>
                <a:uFillTx/>
                <a:latin typeface="+mn-lt"/>
                <a:ea typeface="+mn-ea"/>
                <a:cs typeface="+mn-cs"/>
              </a:rPr>
              <a:t>        0x0</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获取到合法信息（但不排除</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strMsg</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为空）；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a:ln>
                  <a:noFill/>
                </a:ln>
                <a:solidFill>
                  <a:schemeClr val="tx1"/>
                </a:solidFill>
                <a:effectLst/>
                <a:uLnTx/>
                <a:uFillTx/>
                <a:latin typeface="+mn-lt"/>
                <a:ea typeface="+mn-ea"/>
                <a:cs typeface="+mn-cs"/>
              </a:rPr>
              <a:t>        0xa00008</a:t>
            </a:r>
            <a:r>
              <a:rPr kumimoji="0" lang="en-US" altLang="zh-CN" sz="1400" b="0" i="0" u="none" strike="noStrike" kern="1200" cap="none" spc="0" normalizeH="0" baseline="0" noProof="0" dirty="0">
                <a:ln>
                  <a:noFill/>
                </a:ln>
                <a:solidFill>
                  <a:srgbClr val="FF3399"/>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获取到无效信息；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a:ln>
                  <a:noFill/>
                </a:ln>
                <a:solidFill>
                  <a:schemeClr val="tx1"/>
                </a:solidFill>
                <a:effectLst/>
                <a:uLnTx/>
                <a:uFillTx/>
                <a:latin typeface="+mn-lt"/>
                <a:ea typeface="+mn-ea"/>
                <a:cs typeface="+mn-cs"/>
              </a:rPr>
              <a:t>        0xa0000c</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未收到信息（等待超时）</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level:</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错误级别，</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ErrLevel</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枚举类型</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code:</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strMsg</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报警信息</a:t>
            </a:r>
            <a:endParaRPr kumimoji="0" lang="en-US" altLang="zh-CN" sz="1400" b="0" i="0" u="none" strike="noStrike" kern="1200" cap="none" spc="0" normalizeH="0" baseline="0" noProof="0" dirty="0">
              <a:ln>
                <a:noFill/>
              </a:ln>
              <a:solidFill>
                <a:schemeClr val="lt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ulWaitTime</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等待时间</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单位</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ms</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26983" name="文本框 6"/>
          <p:cNvSpPr txBox="1"/>
          <p:nvPr/>
        </p:nvSpPr>
        <p:spPr>
          <a:xfrm>
            <a:off x="742950" y="4594225"/>
            <a:ext cx="7173913" cy="276225"/>
          </a:xfrm>
          <a:prstGeom prst="rect">
            <a:avLst/>
          </a:prstGeom>
          <a:noFill/>
          <a:ln w="9525">
            <a:noFill/>
          </a:ln>
        </p:spPr>
        <p:txBody>
          <a:bodyPr>
            <a:spAutoFit/>
          </a:bodyPr>
          <a:p>
            <a:r>
              <a:rPr lang="zh-CN" altLang="en-US" sz="1200" dirty="0">
                <a:solidFill>
                  <a:srgbClr val="FF0000"/>
                </a:solidFill>
                <a:latin typeface="黑体" panose="02010609060101010101" pitchFamily="49" charset="-122"/>
              </a:rPr>
              <a:t>注意：</a:t>
            </a:r>
            <a:r>
              <a:rPr lang="zh-CN" altLang="en-US" sz="1200" dirty="0">
                <a:latin typeface="黑体" panose="02010609060101010101" pitchFamily="49" charset="-122"/>
              </a:rPr>
              <a:t>此接口获取的是内存中缓存的报警信息，通过此接口读取信息后，缓存的报警信息自动减少一条</a:t>
            </a:r>
            <a:endParaRPr lang="zh-CN" altLang="en-US" sz="1200" dirty="0">
              <a:latin typeface="黑体" panose="02010609060101010101"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902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2902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ProxyVm</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1144588" y="1438275"/>
            <a:ext cx="6789738" cy="1108075"/>
          </a:xfrm>
          <a:prstGeom prst="rect">
            <a:avLst/>
          </a:prstGeom>
          <a:noFill/>
        </p:spPr>
        <p:txBody>
          <a:bodyPr>
            <a:spAutoFit/>
          </a:bodyPr>
          <a:lstStyle/>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自动运行功能操作逻辑：</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①运行程序前必须加载程序</a:t>
            </a:r>
            <a:endPar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②卸载程序必须在程序处于装备状态时进行（即卸载前必须停止）</a:t>
            </a:r>
            <a:endPar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③运行程序必须在使能状态下</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107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3107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ProxyVm</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6" name="矩形 5"/>
          <p:cNvSpPr/>
          <p:nvPr/>
        </p:nvSpPr>
        <p:spPr>
          <a:xfrm>
            <a:off x="1063625" y="1806575"/>
            <a:ext cx="6791325" cy="814388"/>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dk1"/>
                </a:solidFill>
                <a:effectLst/>
                <a:uLnTx/>
                <a:uFillTx/>
                <a:latin typeface="+mn-lt"/>
                <a:ea typeface="+mn-ea"/>
                <a:cs typeface="+mn-cs"/>
                <a:hlinkClick r:id="rId2" action="ppaction://hlinkfile"/>
              </a:rPr>
              <a:t> </a:t>
            </a:r>
            <a:r>
              <a:rPr kumimoji="0" lang="en-US" altLang="zh-CN" sz="18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800" b="0" i="0" u="none" strike="noStrike" kern="1200" cap="none" spc="0" normalizeH="0" baseline="0" noProof="0" dirty="0">
                <a:ln>
                  <a:noFill/>
                </a:ln>
                <a:solidFill>
                  <a:srgbClr val="E36925"/>
                </a:solidFill>
                <a:effectLst/>
                <a:uLnTx/>
                <a:uFillTx/>
                <a:latin typeface="+mn-lt"/>
                <a:ea typeface="+mn-ea"/>
                <a:cs typeface="+mn-cs"/>
              </a:rPr>
              <a:t>load</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8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8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8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8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&amp;path, </a:t>
            </a:r>
            <a:r>
              <a:rPr kumimoji="0" lang="en-US" altLang="zh-CN" sz="18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8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8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8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&amp;</a:t>
            </a:r>
            <a:r>
              <a:rPr kumimoji="0" lang="en-US" altLang="zh-CN" sz="1800" b="0" i="0" u="none" strike="noStrike" kern="1200" cap="none" spc="0" normalizeH="0" baseline="0" noProof="0" dirty="0" err="1">
                <a:ln>
                  <a:noFill/>
                </a:ln>
                <a:solidFill>
                  <a:schemeClr val="dk1"/>
                </a:solidFill>
                <a:effectLst/>
                <a:uLnTx/>
                <a:uFillTx/>
                <a:latin typeface="+mn-lt"/>
                <a:ea typeface="+mn-ea"/>
                <a:cs typeface="+mn-cs"/>
              </a:rPr>
              <a:t>fileName</a:t>
            </a:r>
            <a:r>
              <a:rPr kumimoji="0" lang="en-US" altLang="zh-CN" sz="1800" b="0" i="0" u="none" strike="noStrike" kern="1200" cap="none" spc="0" normalizeH="0" baseline="0" noProof="0" dirty="0">
                <a:ln>
                  <a:noFill/>
                </a:ln>
                <a:solidFill>
                  <a:schemeClr val="dk1"/>
                </a:solidFill>
                <a:effectLst/>
                <a:uLnTx/>
                <a:uFillTx/>
                <a:latin typeface="+mn-lt"/>
                <a:ea typeface="+mn-ea"/>
                <a:cs typeface="+mn-cs"/>
              </a:rPr>
              <a:t>)</a:t>
            </a:r>
            <a:r>
              <a:rPr kumimoji="0" lang="zh-CN" altLang="en-US" sz="1800" b="0" i="0" u="none" strike="noStrike" kern="1200" cap="none" spc="0" normalizeH="0" baseline="0" noProof="0" dirty="0">
                <a:ln>
                  <a:noFill/>
                </a:ln>
                <a:solidFill>
                  <a:schemeClr val="dk1"/>
                </a:solidFill>
                <a:effectLst/>
                <a:uLnTx/>
                <a:uFillTx/>
                <a:latin typeface="+mn-lt"/>
                <a:ea typeface="+mn-ea"/>
                <a:cs typeface="+mn-cs"/>
              </a:rPr>
              <a:t>加载程序</a:t>
            </a:r>
            <a:endParaRPr kumimoji="0" lang="nl-NL" altLang="zh-CN" sz="18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文本框 6"/>
          <p:cNvSpPr txBox="1"/>
          <p:nvPr/>
        </p:nvSpPr>
        <p:spPr>
          <a:xfrm>
            <a:off x="1063625" y="1358900"/>
            <a:ext cx="6791325" cy="400050"/>
          </a:xfrm>
          <a:prstGeom prst="rect">
            <a:avLst/>
          </a:prstGeom>
          <a:noFill/>
        </p:spPr>
        <p:txBody>
          <a:bodyPr>
            <a:spAutoFit/>
          </a:bodyPr>
          <a:lstStyle/>
          <a:p>
            <a:pPr marR="0" defTabSz="914400">
              <a:buClrTx/>
              <a:buSzTx/>
              <a:buFontTx/>
              <a:buNone/>
              <a:defRPr/>
            </a:pPr>
            <a:r>
              <a:rPr kumimoji="0" lang="en-US" altLang="zh-CN" sz="2000" kern="1200" cap="none" spc="0" normalizeH="0" baseline="0" noProof="0" dirty="0">
                <a:latin typeface="黑体" panose="02010609060101010101" pitchFamily="49" charset="-122"/>
                <a:ea typeface="华文楷体" panose="02010600040101010101" pitchFamily="2" charset="-122"/>
                <a:cs typeface="+mn-cs"/>
              </a:rPr>
              <a:t>include &lt;</a:t>
            </a:r>
            <a:r>
              <a:rPr kumimoji="0" lang="en-US" altLang="zh-CN" sz="2000" kern="1200" cap="none" spc="0" normalizeH="0" baseline="0" noProof="0" dirty="0" err="1">
                <a:latin typeface="黑体" panose="02010609060101010101" pitchFamily="49" charset="-122"/>
                <a:ea typeface="华文楷体" panose="02010600040101010101" pitchFamily="2" charset="-122"/>
                <a:cs typeface="+mn-cs"/>
              </a:rPr>
              <a:t>ProxyVm.h</a:t>
            </a:r>
            <a:r>
              <a:rPr kumimoji="0" lang="en-US" altLang="zh-CN" sz="2000" kern="1200" cap="none" spc="0" normalizeH="0" baseline="0" noProof="0" dirty="0">
                <a:latin typeface="黑体" panose="02010609060101010101" pitchFamily="49" charset="-122"/>
                <a:ea typeface="华文楷体" panose="02010600040101010101" pitchFamily="2" charset="-122"/>
                <a:cs typeface="+mn-cs"/>
              </a:rPr>
              <a:t>&gt; </a:t>
            </a:r>
            <a:endParaRPr kumimoji="0" lang="en-US" altLang="zh-CN" sz="2000" kern="1200" cap="none" spc="0" normalizeH="0" baseline="0" noProof="0" dirty="0">
              <a:latin typeface="+mn-ea"/>
              <a:ea typeface="微软雅黑" panose="020B0503020204020204" pitchFamily="34" charset="-122"/>
              <a:cs typeface="+mn-cs"/>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2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3312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ProxyVm</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838200" y="1260475"/>
            <a:ext cx="7031038" cy="1095375"/>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dk1"/>
                </a:solidFill>
                <a:effectLst/>
                <a:uLnTx/>
                <a:uFillTx/>
                <a:latin typeface="+mn-lt"/>
                <a:ea typeface="+mn-ea"/>
                <a:cs typeface="+mn-cs"/>
              </a:rPr>
              <a:t>加载程序</a:t>
            </a:r>
            <a:endParaRPr kumimoji="0" lang="nl-NL" altLang="zh-CN" sz="16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load</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&amp;path,</a:t>
            </a:r>
            <a:endParaRPr kumimoji="0" lang="en-US" altLang="zh-CN" sz="16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&amp;filename</a:t>
            </a:r>
            <a:endParaRPr kumimoji="0" lang="en-US" altLang="zh-CN" sz="16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endParaRPr kumimoji="0" lang="zh-CN" altLang="zh-CN" sz="16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矩形 5"/>
          <p:cNvSpPr/>
          <p:nvPr/>
        </p:nvSpPr>
        <p:spPr>
          <a:xfrm>
            <a:off x="838200" y="2366963"/>
            <a:ext cx="7031038" cy="15414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path</a:t>
            </a:r>
            <a:r>
              <a:rPr kumimoji="0" lang="en-US" altLang="zh-CN" sz="16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程序文件所在路径，指的是控制器中的程序文件，固定路径</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600" b="0" i="0" u="none" strike="noStrike" kern="1200" cap="none" spc="0" normalizeH="0" baseline="0" noProof="0" dirty="0">
                <a:ln>
                  <a:noFill/>
                </a:ln>
                <a:solidFill>
                  <a:schemeClr val="accent2"/>
                </a:solidFill>
                <a:effectLst/>
                <a:uLnTx/>
                <a:uFillTx/>
                <a:latin typeface="+mn-lt"/>
                <a:ea typeface="+mn-ea"/>
                <a:cs typeface="+mn-cs"/>
              </a:rPr>
              <a:t>”./script/.“</a:t>
            </a:r>
            <a:r>
              <a:rPr kumimoji="0" lang="zh-CN" altLang="en-US" sz="1600" b="0" i="0" u="none" strike="noStrike" kern="1200" cap="none" spc="0" normalizeH="0" baseline="0" noProof="0" dirty="0">
                <a:ln>
                  <a:noFill/>
                </a:ln>
                <a:solidFill>
                  <a:schemeClr val="accent2"/>
                </a:solidFill>
                <a:effectLst/>
                <a:uLnTx/>
                <a:uFillTx/>
                <a:latin typeface="+mn-lt"/>
                <a:ea typeface="+mn-ea"/>
                <a:cs typeface="+mn-cs"/>
              </a:rPr>
              <a:t>或</a:t>
            </a:r>
            <a:r>
              <a:rPr kumimoji="0" lang="en-US" altLang="zh-CN" sz="1600" b="0" i="0" u="none" strike="noStrike" kern="1200" cap="none" spc="0" normalizeH="0" baseline="0" noProof="0" dirty="0">
                <a:ln>
                  <a:noFill/>
                </a:ln>
                <a:solidFill>
                  <a:schemeClr val="accent2"/>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accent2"/>
                </a:solidFill>
                <a:effectLst/>
                <a:uLnTx/>
                <a:uFillTx/>
                <a:latin typeface="+mn-lt"/>
                <a:ea typeface="+mn-ea"/>
                <a:cs typeface="+mn-cs"/>
              </a:rPr>
              <a:t>usr</a:t>
            </a:r>
            <a:r>
              <a:rPr kumimoji="0" lang="en-US" altLang="zh-CN" sz="1600" b="0" i="0" u="none" strike="noStrike" kern="1200" cap="none" spc="0" normalizeH="0" baseline="0" noProof="0" dirty="0">
                <a:ln>
                  <a:noFill/>
                </a:ln>
                <a:solidFill>
                  <a:schemeClr val="accent2"/>
                </a:solidFill>
                <a:effectLst/>
                <a:uLnTx/>
                <a:uFillTx/>
                <a:latin typeface="+mn-lt"/>
                <a:ea typeface="+mn-ea"/>
                <a:cs typeface="+mn-cs"/>
              </a:rPr>
              <a:t>/</a:t>
            </a:r>
            <a:r>
              <a:rPr kumimoji="0" lang="en-US" altLang="zh-CN" sz="1600" b="0" i="0" u="none" strike="noStrike" kern="1200" cap="none" spc="0" normalizeH="0" baseline="0" noProof="0" dirty="0" err="1">
                <a:ln>
                  <a:noFill/>
                </a:ln>
                <a:solidFill>
                  <a:schemeClr val="accent2"/>
                </a:solidFill>
                <a:effectLst/>
                <a:uLnTx/>
                <a:uFillTx/>
                <a:latin typeface="+mn-lt"/>
                <a:ea typeface="+mn-ea"/>
                <a:cs typeface="+mn-cs"/>
              </a:rPr>
              <a:t>codesys</a:t>
            </a:r>
            <a:r>
              <a:rPr kumimoji="0" lang="en-US" altLang="zh-CN" sz="1600" b="0" i="0" u="none" strike="noStrike" kern="1200" cap="none" spc="0" normalizeH="0" baseline="0" noProof="0" dirty="0">
                <a:ln>
                  <a:noFill/>
                </a:ln>
                <a:solidFill>
                  <a:schemeClr val="accent2"/>
                </a:solidFill>
                <a:effectLst/>
                <a:uLnTx/>
                <a:uFillTx/>
                <a:latin typeface="+mn-lt"/>
                <a:ea typeface="+mn-ea"/>
                <a:cs typeface="+mn-cs"/>
              </a:rPr>
              <a:t>/hsc3_app/script/”</a:t>
            </a:r>
            <a:endParaRPr kumimoji="0" lang="en-US" altLang="zh-CN" sz="1600" b="0" i="0" u="none" strike="noStrike" kern="1200" cap="none" spc="0" normalizeH="0" baseline="0" noProof="0" dirty="0">
              <a:ln>
                <a:noFill/>
              </a:ln>
              <a:solidFill>
                <a:schemeClr val="accent2"/>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lt"/>
                <a:ea typeface="+mn-ea"/>
                <a:cs typeface="+mn-cs"/>
              </a:rPr>
              <a:t>       filename</a:t>
            </a:r>
            <a:r>
              <a:rPr kumimoji="0" lang="en-US" altLang="zh-CN" sz="16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程序文件名</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517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3517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ProxyVar</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文本框 4"/>
          <p:cNvSpPr txBox="1"/>
          <p:nvPr/>
        </p:nvSpPr>
        <p:spPr>
          <a:xfrm>
            <a:off x="904875" y="1419225"/>
            <a:ext cx="6791325" cy="1570038"/>
          </a:xfrm>
          <a:prstGeom prst="rect">
            <a:avLst/>
          </a:prstGeom>
          <a:noFill/>
        </p:spPr>
        <p:txBody>
          <a:bodyPr>
            <a:spAutoFit/>
          </a:bodyPr>
          <a:lstStyle/>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变量功能操作逻辑：</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①</a:t>
            </a: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设置某个数据，只是修改了内存中的数据。数据保存操作是将内存中的轴数据保存到文件中，即做永久性保存操作，如果不保存轴数据，所做的修改只会存在于内存中，一旦系统关闭或掉电，修改的数据将丢失。</a:t>
            </a:r>
            <a:endPar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②</a:t>
            </a:r>
            <a:r>
              <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Ⅲ</a:t>
            </a: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型的可直接操作的参量：</a:t>
            </a:r>
            <a:endPar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JR,LR,R,TF,UF, </a:t>
            </a:r>
            <a:r>
              <a:rPr kumimoji="0" lang="en-US" altLang="zh-CN" sz="1600" kern="1200" cap="none" spc="0" normalizeH="0" baseline="0" noProof="0" dirty="0" err="1">
                <a:solidFill>
                  <a:srgbClr val="FF6600"/>
                </a:solidFill>
                <a:latin typeface="黑体" panose="02010609060101010101" pitchFamily="49" charset="-122"/>
                <a:ea typeface="微软雅黑" panose="020B0503020204020204" pitchFamily="34" charset="-122"/>
                <a:cs typeface="+mn-cs"/>
              </a:rPr>
              <a:t>AreaConfigData</a:t>
            </a:r>
            <a:r>
              <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a:t>
            </a:r>
            <a:endPar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721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3721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ProxyVar</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1076325" y="1331913"/>
            <a:ext cx="6791325" cy="576263"/>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chemeClr val="dk1"/>
                </a:solidFill>
                <a:effectLst/>
                <a:uLnTx/>
                <a:uFillTx/>
                <a:latin typeface="+mn-lt"/>
                <a:ea typeface="+mn-ea"/>
                <a:cs typeface="+mn-cs"/>
                <a:hlinkClick r:id="rId2" action="ppaction://hlinkfile"/>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saveCommon</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&amp;file)</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ctr" latinLnBrk="0" hangingPunct="0">
              <a:lnSpc>
                <a:spcPct val="100000"/>
              </a:lnSpc>
              <a:spcBef>
                <a:spcPct val="0"/>
              </a:spcBef>
              <a:spcAft>
                <a:spcPct val="0"/>
              </a:spcAft>
              <a:buClrTx/>
              <a:buSzTx/>
              <a:buFontTx/>
              <a:buNone/>
              <a:defRPr/>
            </a:pPr>
            <a:r>
              <a:rPr kumimoji="0" lang="zh-CN" altLang="zh-CN" sz="1400" b="0" i="0" u="none" strike="noStrike" kern="1200" cap="none" spc="0" normalizeH="0" baseline="0" noProof="0" dirty="0">
                <a:ln>
                  <a:noFill/>
                </a:ln>
                <a:solidFill>
                  <a:schemeClr val="dk1"/>
                </a:solidFill>
                <a:effectLst/>
                <a:uLnTx/>
                <a:uFillTx/>
                <a:latin typeface="+mn-lt"/>
                <a:ea typeface="+mn-ea"/>
                <a:cs typeface="+mn-cs"/>
              </a:rPr>
              <a:t>保存公共数据</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矩形 5"/>
          <p:cNvSpPr/>
          <p:nvPr/>
        </p:nvSpPr>
        <p:spPr>
          <a:xfrm>
            <a:off x="1076325" y="2057400"/>
            <a:ext cx="6791325" cy="485775"/>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saveAx</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axId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&amp;file)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保存轴数据</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1066800" y="3382963"/>
            <a:ext cx="6791325" cy="592138"/>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configArea</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gpId,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index,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AreaConfigData</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&amp;data)</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配置区域</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矩形 7"/>
          <p:cNvSpPr/>
          <p:nvPr/>
        </p:nvSpPr>
        <p:spPr>
          <a:xfrm>
            <a:off x="1076325" y="2673350"/>
            <a:ext cx="6791325" cy="585788"/>
          </a:xfrm>
          <a:prstGeom prst="rect">
            <a:avLst/>
          </a:prstGeom>
        </p:spPr>
        <p:style>
          <a:lnRef idx="1">
            <a:schemeClr val="dk1"/>
          </a:lnRef>
          <a:fillRef idx="2">
            <a:schemeClr val="dk1"/>
          </a:fillRef>
          <a:effectRef idx="1">
            <a:schemeClr val="dk1"/>
          </a:effectRef>
          <a:fontRef idx="minor">
            <a:schemeClr val="dk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saveGp</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gpId,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&amp;file)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dk1"/>
                </a:solidFill>
                <a:effectLst/>
                <a:uLnTx/>
                <a:uFillTx/>
                <a:latin typeface="+mn-lt"/>
                <a:ea typeface="+mn-ea"/>
                <a:cs typeface="+mn-cs"/>
              </a:rPr>
              <a:t>保持组数据</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文本框 8"/>
          <p:cNvSpPr txBox="1"/>
          <p:nvPr/>
        </p:nvSpPr>
        <p:spPr>
          <a:xfrm>
            <a:off x="1076325" y="863600"/>
            <a:ext cx="6791325" cy="338138"/>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include &lt;</a:t>
            </a:r>
            <a:r>
              <a:rPr kumimoji="0" lang="en-US" altLang="zh-CN" sz="1600" kern="1200" cap="none" spc="0" normalizeH="0" baseline="0" noProof="0" dirty="0" err="1">
                <a:latin typeface="黑体" panose="02010609060101010101" pitchFamily="49" charset="-122"/>
                <a:ea typeface="华文楷体" panose="02010600040101010101" pitchFamily="2" charset="-122"/>
                <a:cs typeface="+mn-cs"/>
              </a:rPr>
              <a:t>ProxyVar.h</a:t>
            </a: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&gt; </a:t>
            </a:r>
            <a:endParaRPr kumimoji="0" lang="en-US" altLang="zh-CN" sz="1600" kern="1200" cap="none" spc="0" normalizeH="0" baseline="0" noProof="0" dirty="0">
              <a:latin typeface="+mn-ea"/>
              <a:ea typeface="微软雅黑" panose="020B0503020204020204" pitchFamily="34" charset="-122"/>
              <a:cs typeface="+mn-cs"/>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926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3926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ProxyVar</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139269" name="矩形 4"/>
          <p:cNvSpPr/>
          <p:nvPr/>
        </p:nvSpPr>
        <p:spPr>
          <a:xfrm>
            <a:off x="827088" y="1081088"/>
            <a:ext cx="7031037" cy="739775"/>
          </a:xfrm>
          <a:prstGeom prst="rect">
            <a:avLst/>
          </a:prstGeom>
          <a:noFill/>
          <a:ln w="9525">
            <a:noFill/>
          </a:ln>
        </p:spPr>
        <p:txBody>
          <a:bodyPr>
            <a:spAutoFit/>
          </a:bodyPr>
          <a:p>
            <a:pPr fontAlgn="t"/>
            <a:r>
              <a:rPr lang="zh-CN" altLang="en-US" sz="1400" dirty="0">
                <a:solidFill>
                  <a:srgbClr val="FF3300"/>
                </a:solidFill>
                <a:latin typeface="黑体" panose="02010609060101010101" pitchFamily="49" charset="-122"/>
              </a:rPr>
              <a:t>注意：</a:t>
            </a:r>
            <a:r>
              <a:rPr lang="zh-CN" altLang="en-US" sz="1400" dirty="0">
                <a:latin typeface="黑体" panose="02010609060101010101" pitchFamily="49" charset="-122"/>
              </a:rPr>
              <a:t>设置某个数据，只是修改了内存中的数据。数据保存操作是将内存中的轴数据保存到文件中，即做永久性保存操作，如果不保存轴数据，所做的修改只会存在于内存中，一旦系统关闭或掉电，修改的数据将丢失。</a:t>
            </a:r>
            <a:endParaRPr lang="en-US" altLang="zh-CN" sz="1400" dirty="0">
              <a:latin typeface="黑体" panose="02010609060101010101" pitchFamily="49" charset="-122"/>
            </a:endParaRPr>
          </a:p>
        </p:txBody>
      </p:sp>
      <p:sp>
        <p:nvSpPr>
          <p:cNvPr id="8" name="矩形 7"/>
          <p:cNvSpPr/>
          <p:nvPr/>
        </p:nvSpPr>
        <p:spPr>
          <a:xfrm>
            <a:off x="827088" y="2019300"/>
            <a:ext cx="7031038" cy="527050"/>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保存轴数据</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saveAx</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axId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&amp;file)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矩形 8"/>
          <p:cNvSpPr/>
          <p:nvPr/>
        </p:nvSpPr>
        <p:spPr>
          <a:xfrm>
            <a:off x="827088" y="2546350"/>
            <a:ext cx="7031038" cy="136842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gpId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file</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数据文件名</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选项：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“para”</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参数文件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131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4131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ProxyVar</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5" name="矩形 4"/>
          <p:cNvSpPr/>
          <p:nvPr/>
        </p:nvSpPr>
        <p:spPr>
          <a:xfrm>
            <a:off x="900113" y="1343025"/>
            <a:ext cx="7031038" cy="457200"/>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ctr"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1400" b="0" i="0" u="none" strike="noStrike" kern="1200" cap="none" spc="0" normalizeH="0" baseline="0" noProof="0" dirty="0">
                <a:ln>
                  <a:noFill/>
                </a:ln>
                <a:solidFill>
                  <a:schemeClr val="dk1"/>
                </a:solidFill>
                <a:effectLst/>
                <a:uLnTx/>
                <a:uFillTx/>
                <a:latin typeface="+mn-lt"/>
                <a:ea typeface="+mn-ea"/>
                <a:cs typeface="+mn-cs"/>
              </a:rPr>
              <a:t>保存公共数据</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saveCommon</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&amp;file)</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6" name="矩形 5"/>
          <p:cNvSpPr/>
          <p:nvPr/>
        </p:nvSpPr>
        <p:spPr>
          <a:xfrm>
            <a:off x="900113" y="1800225"/>
            <a:ext cx="7031038" cy="136842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gpId</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file</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数据文件名</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选项：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“R”</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R</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寄存器文件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6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4336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ProxyVar</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7" name="矩形 6"/>
          <p:cNvSpPr/>
          <p:nvPr/>
        </p:nvSpPr>
        <p:spPr>
          <a:xfrm>
            <a:off x="755650" y="1146175"/>
            <a:ext cx="7031038" cy="506413"/>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ctr"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1400" b="0" i="0" u="none" strike="noStrike" kern="1200" cap="none" spc="0" normalizeH="0" baseline="0" noProof="0" dirty="0">
                <a:ln>
                  <a:noFill/>
                </a:ln>
                <a:solidFill>
                  <a:schemeClr val="dk1"/>
                </a:solidFill>
                <a:effectLst/>
                <a:uLnTx/>
                <a:uFillTx/>
                <a:latin typeface="+mn-lt"/>
                <a:ea typeface="+mn-ea"/>
                <a:cs typeface="+mn-cs"/>
              </a:rPr>
              <a:t>保存</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组</a:t>
            </a:r>
            <a:r>
              <a:rPr kumimoji="0" lang="zh-CN" altLang="zh-CN" sz="1400" b="0" i="0" u="none" strike="noStrike" kern="1200" cap="none" spc="0" normalizeH="0" baseline="0" noProof="0" dirty="0">
                <a:ln>
                  <a:noFill/>
                </a:ln>
                <a:solidFill>
                  <a:schemeClr val="dk1"/>
                </a:solidFill>
                <a:effectLst/>
                <a:uLnTx/>
                <a:uFillTx/>
                <a:latin typeface="+mn-lt"/>
                <a:ea typeface="+mn-ea"/>
                <a:cs typeface="+mn-cs"/>
              </a:rPr>
              <a:t>数据</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saveGp</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gpId,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&amp;file)</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矩形 7"/>
          <p:cNvSpPr/>
          <p:nvPr/>
        </p:nvSpPr>
        <p:spPr>
          <a:xfrm>
            <a:off x="755650" y="1652588"/>
            <a:ext cx="7031038" cy="244792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gpId</a:t>
            </a:r>
            <a:r>
              <a:rPr kumimoji="0" lang="en-US" altLang="zh-CN" sz="14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file</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数据文件名</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选项：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"para"</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参数；</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"JR"</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JR</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（关节坐标）寄存器值；</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"LR"</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LR</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（笛卡尔坐标）寄存器值；</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"UT"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UT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寄存器值；</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"UF"</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UF</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寄存器值；</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1" u="none" strike="noStrike" kern="1200" cap="none" spc="0" normalizeH="0" baseline="0" noProof="0" dirty="0">
                <a:ln>
                  <a:noFill/>
                </a:ln>
                <a:solidFill>
                  <a:schemeClr val="tx1"/>
                </a:solidFill>
                <a:effectLst/>
                <a:uLnTx/>
                <a:uFillTx/>
                <a:latin typeface="+mn-lt"/>
                <a:ea typeface="+mn-ea"/>
                <a:cs typeface="+mn-cs"/>
              </a:rPr>
              <a:t>"area"</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区域相关参数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541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4541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ProxyVar</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7" name="矩形 6"/>
          <p:cNvSpPr/>
          <p:nvPr/>
        </p:nvSpPr>
        <p:spPr>
          <a:xfrm>
            <a:off x="827088" y="1276350"/>
            <a:ext cx="7031038" cy="1152525"/>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配置区域</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configArea</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int8_t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gpId,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index,</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const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AreaConfigData</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&amp;data</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矩形 7"/>
          <p:cNvSpPr/>
          <p:nvPr/>
        </p:nvSpPr>
        <p:spPr>
          <a:xfrm>
            <a:off x="827088" y="2428875"/>
            <a:ext cx="7031038" cy="14398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gpId</a:t>
            </a:r>
            <a:r>
              <a:rPr kumimoji="0" lang="en-US" altLang="zh-CN" sz="14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组号（</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index</a:t>
            </a:r>
            <a:r>
              <a:rPr kumimoji="0" lang="en-US" altLang="zh-CN" sz="14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索引</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data :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区域数据，</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AreaConfigData</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结构体类型</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745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4745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ProxyVar</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9" name="矩形 8"/>
          <p:cNvSpPr/>
          <p:nvPr/>
        </p:nvSpPr>
        <p:spPr>
          <a:xfrm>
            <a:off x="655638" y="987425"/>
            <a:ext cx="7059613" cy="2246313"/>
          </a:xfrm>
          <a:prstGeom prst="rect">
            <a:avLst/>
          </a:prstGeom>
        </p:spPr>
        <p:style>
          <a:lnRef idx="1">
            <a:schemeClr val="accent3"/>
          </a:lnRef>
          <a:fillRef idx="1001">
            <a:schemeClr val="lt2"/>
          </a:fillRef>
          <a:effectRef idx="1">
            <a:schemeClr val="accent3"/>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struct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AreaConfigData</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ufnum</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工件号</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::vector&lt;double&gt;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origin;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原点坐标数据，</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3</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个数据，分别对应</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X</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Y</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Z</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AreaShapeType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shapeType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区域形状类型，枚举类型</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::vector&lt;double&gt;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shapeSize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形状数据，</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double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offset;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伸缩值，即区域缓冲区宽度</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AreaType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type;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区域类型</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bool</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outReverse</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输出反转</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ShareAreaMode</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mode;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147462" name="矩形 9"/>
          <p:cNvSpPr/>
          <p:nvPr/>
        </p:nvSpPr>
        <p:spPr>
          <a:xfrm>
            <a:off x="655638" y="681038"/>
            <a:ext cx="2519362" cy="306387"/>
          </a:xfrm>
          <a:prstGeom prst="rect">
            <a:avLst/>
          </a:prstGeom>
          <a:noFill/>
          <a:ln w="9525">
            <a:noFill/>
          </a:ln>
        </p:spPr>
        <p:txBody>
          <a:bodyPr wrap="none">
            <a:spAutoFit/>
          </a:bodyPr>
          <a:p>
            <a:r>
              <a:rPr lang="en-US" altLang="zh-CN" sz="1400" dirty="0">
                <a:solidFill>
                  <a:srgbClr val="00B0F0"/>
                </a:solidFill>
                <a:latin typeface="黑体" panose="02010609060101010101" pitchFamily="49" charset="-122"/>
              </a:rPr>
              <a:t>AreaConfigData</a:t>
            </a:r>
            <a:r>
              <a:rPr lang="zh-CN" altLang="en-US" sz="1400" dirty="0">
                <a:latin typeface="黑体" panose="02010609060101010101" pitchFamily="49" charset="-122"/>
              </a:rPr>
              <a:t>结构体说明：</a:t>
            </a:r>
            <a:endParaRPr lang="zh-CN" altLang="en-US" sz="1400" dirty="0">
              <a:latin typeface="黑体" panose="02010609060101010101" pitchFamily="49" charset="-122"/>
            </a:endParaRPr>
          </a:p>
        </p:txBody>
      </p:sp>
      <p:sp>
        <p:nvSpPr>
          <p:cNvPr id="12" name="矩形 11"/>
          <p:cNvSpPr/>
          <p:nvPr/>
        </p:nvSpPr>
        <p:spPr>
          <a:xfrm>
            <a:off x="655638" y="3251200"/>
            <a:ext cx="7059613" cy="1570038"/>
          </a:xfrm>
          <a:prstGeom prst="rect">
            <a:avLst/>
          </a:prstGeom>
        </p:spPr>
        <p:style>
          <a:lnRef idx="0">
            <a:scrgbClr r="0" g="0" b="0"/>
          </a:lnRef>
          <a:fillRef idx="1001">
            <a:schemeClr val="lt2"/>
          </a:fillRef>
          <a:effectRef idx="0">
            <a:scrgbClr r="0" g="0" b="0"/>
          </a:effectRef>
          <a:fontRef idx="major"/>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err="1">
                <a:ln>
                  <a:noFill/>
                </a:ln>
                <a:solidFill>
                  <a:schemeClr val="accent1"/>
                </a:solidFill>
                <a:effectLst/>
                <a:uLnTx/>
                <a:uFillTx/>
                <a:latin typeface="+mj-lt"/>
                <a:ea typeface="+mj-ea"/>
                <a:cs typeface="+mj-cs"/>
              </a:rPr>
              <a:t>enum</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en-US" altLang="zh-CN" sz="1200" b="0" i="0" u="none" strike="noStrike" kern="1200" cap="none" spc="0" normalizeH="0" baseline="0" noProof="0" dirty="0" err="1">
                <a:ln>
                  <a:noFill/>
                </a:ln>
                <a:solidFill>
                  <a:srgbClr val="00B0F0"/>
                </a:solidFill>
                <a:effectLst/>
                <a:uLnTx/>
                <a:uFillTx/>
                <a:latin typeface="+mj-lt"/>
                <a:ea typeface="+mj-ea"/>
                <a:cs typeface="+mj-cs"/>
              </a:rPr>
              <a:t>AreaType</a:t>
            </a:r>
            <a:r>
              <a:rPr kumimoji="0" lang="en-US" altLang="zh-CN" sz="1200" b="0" i="0" u="none" strike="noStrike" kern="1200" cap="none" spc="0" normalizeH="0" baseline="0" noProof="0" dirty="0">
                <a:ln>
                  <a:noFill/>
                </a:ln>
                <a:solidFill>
                  <a:srgbClr val="00B0F0"/>
                </a:solidFill>
                <a:effectLst/>
                <a:uLnTx/>
                <a:uFillTx/>
                <a:latin typeface="+mj-lt"/>
                <a:ea typeface="+mj-ea"/>
                <a:cs typeface="+mj-cs"/>
              </a:rPr>
              <a:t> </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endParaRPr kumimoji="0" lang="en-US" altLang="zh-CN" sz="1200" b="0" i="0" u="none" strike="noStrike" kern="1200" cap="none" spc="0" normalizeH="0" baseline="0" noProof="0" dirty="0">
              <a:ln>
                <a:noFill/>
              </a:ln>
              <a:solidFill>
                <a:schemeClr val="accent1"/>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3399"/>
                </a:solidFill>
                <a:effectLst/>
                <a:uLnTx/>
                <a:uFillTx/>
                <a:latin typeface="+mj-lt"/>
                <a:ea typeface="+mj-ea"/>
                <a:cs typeface="+mj-cs"/>
              </a:rPr>
              <a:t>      AREA_TYPE_MIN </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-1,	//</a:t>
            </a:r>
            <a:r>
              <a:rPr kumimoji="0" lang="zh-CN" altLang="en-US" sz="1200" b="0" i="0" u="none" strike="noStrike" kern="1200" cap="none" spc="0" normalizeH="0" baseline="0" noProof="0" dirty="0">
                <a:ln>
                  <a:noFill/>
                </a:ln>
                <a:solidFill>
                  <a:schemeClr val="accent1"/>
                </a:solidFill>
                <a:effectLst/>
                <a:uLnTx/>
                <a:uFillTx/>
                <a:latin typeface="+mj-lt"/>
                <a:ea typeface="+mj-ea"/>
                <a:cs typeface="+mj-cs"/>
              </a:rPr>
              <a:t>无意义，仅用于标识此类型范围</a:t>
            </a:r>
            <a:endParaRPr kumimoji="0" lang="en-US" altLang="zh-CN" sz="1200" b="0" i="0" u="none" strike="noStrike" kern="1200" cap="none" spc="0" normalizeH="0" baseline="0" noProof="0" dirty="0">
              <a:ln>
                <a:noFill/>
              </a:ln>
              <a:solidFill>
                <a:schemeClr val="accent1"/>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en-US" altLang="zh-CN" sz="1200" b="0" i="0" u="none" strike="noStrike" kern="1200" cap="none" spc="0" normalizeH="0" baseline="0" noProof="0" dirty="0">
                <a:ln>
                  <a:noFill/>
                </a:ln>
                <a:solidFill>
                  <a:srgbClr val="FF3399"/>
                </a:solidFill>
                <a:effectLst/>
                <a:uLnTx/>
                <a:uFillTx/>
                <a:latin typeface="+mj-lt"/>
                <a:ea typeface="+mj-ea"/>
                <a:cs typeface="+mj-cs"/>
              </a:rPr>
              <a:t>NORMAL_AREA</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zh-CN" altLang="en-US" sz="1200" b="0" i="0" u="none" strike="noStrike" kern="1200" cap="none" spc="0" normalizeH="0" baseline="0" noProof="0" dirty="0">
                <a:ln>
                  <a:noFill/>
                </a:ln>
                <a:solidFill>
                  <a:schemeClr val="accent1"/>
                </a:solidFill>
                <a:effectLst/>
                <a:uLnTx/>
                <a:uFillTx/>
                <a:latin typeface="+mj-lt"/>
                <a:ea typeface="+mj-ea"/>
                <a:cs typeface="+mj-cs"/>
              </a:rPr>
              <a:t>普通区，即无效区</a:t>
            </a:r>
            <a:endParaRPr kumimoji="0" lang="en-US" altLang="zh-CN" sz="1200" b="0" i="0" u="none" strike="noStrike" kern="1200" cap="none" spc="0" normalizeH="0" baseline="0" noProof="0" dirty="0">
              <a:ln>
                <a:noFill/>
              </a:ln>
              <a:solidFill>
                <a:schemeClr val="accent1"/>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en-US" altLang="zh-CN" sz="1200" b="0" i="0" u="none" strike="noStrike" kern="1200" cap="none" spc="0" normalizeH="0" baseline="0" noProof="0" dirty="0">
                <a:ln>
                  <a:noFill/>
                </a:ln>
                <a:solidFill>
                  <a:srgbClr val="FF3399"/>
                </a:solidFill>
                <a:effectLst/>
                <a:uLnTx/>
                <a:uFillTx/>
                <a:latin typeface="+mj-lt"/>
                <a:ea typeface="+mj-ea"/>
                <a:cs typeface="+mj-cs"/>
              </a:rPr>
              <a:t>BLOCK_AREA</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zh-CN" altLang="en-US" sz="1200" b="0" i="0" u="none" strike="noStrike" kern="1200" cap="none" spc="0" normalizeH="0" baseline="0" noProof="0" dirty="0">
                <a:ln>
                  <a:noFill/>
                </a:ln>
                <a:solidFill>
                  <a:schemeClr val="accent1"/>
                </a:solidFill>
                <a:effectLst/>
                <a:uLnTx/>
                <a:uFillTx/>
                <a:latin typeface="+mj-lt"/>
                <a:ea typeface="+mj-ea"/>
                <a:cs typeface="+mj-cs"/>
              </a:rPr>
              <a:t>干涉区</a:t>
            </a:r>
            <a:endParaRPr kumimoji="0" lang="en-US" altLang="zh-CN" sz="1200" b="0" i="0" u="none" strike="noStrike" kern="1200" cap="none" spc="0" normalizeH="0" baseline="0" noProof="0" dirty="0">
              <a:ln>
                <a:noFill/>
              </a:ln>
              <a:solidFill>
                <a:schemeClr val="accent1"/>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en-US" altLang="zh-CN" sz="1200" b="0" i="0" u="none" strike="noStrike" kern="1200" cap="none" spc="0" normalizeH="0" baseline="0" noProof="0" dirty="0">
                <a:ln>
                  <a:noFill/>
                </a:ln>
                <a:solidFill>
                  <a:srgbClr val="FF3399"/>
                </a:solidFill>
                <a:effectLst/>
                <a:uLnTx/>
                <a:uFillTx/>
                <a:latin typeface="+mj-lt"/>
                <a:ea typeface="+mj-ea"/>
                <a:cs typeface="+mj-cs"/>
              </a:rPr>
              <a:t>WORK_AREA</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zh-CN" altLang="en-US" sz="1200" b="0" i="0" u="none" strike="noStrike" kern="1200" cap="none" spc="0" normalizeH="0" baseline="0" noProof="0" dirty="0">
                <a:ln>
                  <a:noFill/>
                </a:ln>
                <a:solidFill>
                  <a:schemeClr val="accent1"/>
                </a:solidFill>
                <a:effectLst/>
                <a:uLnTx/>
                <a:uFillTx/>
                <a:latin typeface="+mj-lt"/>
                <a:ea typeface="+mj-ea"/>
                <a:cs typeface="+mj-cs"/>
              </a:rPr>
              <a:t>安全区，即工作区</a:t>
            </a:r>
            <a:endParaRPr kumimoji="0" lang="en-US" altLang="zh-CN" sz="1200" b="0" i="0" u="none" strike="noStrike" kern="1200" cap="none" spc="0" normalizeH="0" baseline="0" noProof="0" dirty="0">
              <a:ln>
                <a:noFill/>
              </a:ln>
              <a:solidFill>
                <a:schemeClr val="accent1"/>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3399"/>
                </a:solidFill>
                <a:effectLst/>
                <a:uLnTx/>
                <a:uFillTx/>
                <a:latin typeface="+mj-lt"/>
                <a:ea typeface="+mj-ea"/>
                <a:cs typeface="+mj-cs"/>
              </a:rPr>
              <a:t>      SHARE_AREA</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 		//</a:t>
            </a:r>
            <a:r>
              <a:rPr kumimoji="0" lang="zh-CN" altLang="en-US" sz="1200" b="0" i="0" u="none" strike="noStrike" kern="1200" cap="none" spc="0" normalizeH="0" baseline="0" noProof="0" dirty="0">
                <a:ln>
                  <a:noFill/>
                </a:ln>
                <a:solidFill>
                  <a:schemeClr val="accent1"/>
                </a:solidFill>
                <a:effectLst/>
                <a:uLnTx/>
                <a:uFillTx/>
                <a:latin typeface="+mj-lt"/>
                <a:ea typeface="+mj-ea"/>
                <a:cs typeface="+mj-cs"/>
              </a:rPr>
              <a:t>共享区</a:t>
            </a:r>
            <a:endParaRPr kumimoji="0" lang="en-US" altLang="zh-CN" sz="1200" b="0" i="0" u="none" strike="noStrike" kern="1200" cap="none" spc="0" normalizeH="0" baseline="0" noProof="0" dirty="0">
              <a:ln>
                <a:noFill/>
              </a:ln>
              <a:solidFill>
                <a:schemeClr val="accent1"/>
              </a:solidFill>
              <a:effectLst/>
              <a:uLnTx/>
              <a:uFillTx/>
              <a:latin typeface="+mj-lt"/>
              <a:ea typeface="+mj-ea"/>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3399"/>
                </a:solidFill>
                <a:effectLst/>
                <a:uLnTx/>
                <a:uFillTx/>
                <a:latin typeface="+mj-lt"/>
                <a:ea typeface="+mj-ea"/>
                <a:cs typeface="+mj-cs"/>
              </a:rPr>
              <a:t>      AREA_TYPE_MAX 	                    </a:t>
            </a: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a:t>
            </a:r>
            <a:r>
              <a:rPr kumimoji="0" lang="zh-CN" altLang="en-US" sz="1200" b="0" i="0" u="none" strike="noStrike" kern="1200" cap="none" spc="0" normalizeH="0" baseline="0" noProof="0" dirty="0">
                <a:ln>
                  <a:noFill/>
                </a:ln>
                <a:solidFill>
                  <a:schemeClr val="accent1"/>
                </a:solidFill>
                <a:effectLst/>
                <a:uLnTx/>
                <a:uFillTx/>
                <a:latin typeface="+mj-lt"/>
                <a:ea typeface="+mj-ea"/>
                <a:cs typeface="+mj-cs"/>
              </a:rPr>
              <a:t>无意义，仅用于标识此类型范围</a:t>
            </a:r>
            <a:br>
              <a:rPr kumimoji="0" lang="en-US" altLang="zh-CN" sz="1200" b="0" i="0" u="none" strike="noStrike" kern="1200" cap="none" spc="0" normalizeH="0" baseline="0" noProof="0" dirty="0">
                <a:ln>
                  <a:noFill/>
                </a:ln>
                <a:solidFill>
                  <a:schemeClr val="accent1"/>
                </a:solidFill>
                <a:effectLst/>
                <a:uLnTx/>
                <a:uFillTx/>
                <a:latin typeface="+mj-lt"/>
                <a:ea typeface="+mj-ea"/>
                <a:cs typeface="+mj-cs"/>
              </a:rPr>
            </a:br>
            <a:r>
              <a:rPr kumimoji="0" lang="en-US" altLang="zh-CN" sz="1200" b="0" i="0" u="none" strike="noStrike" kern="1200" cap="none" spc="0" normalizeH="0" baseline="0" noProof="0" dirty="0">
                <a:ln>
                  <a:noFill/>
                </a:ln>
                <a:solidFill>
                  <a:schemeClr val="accent1"/>
                </a:solidFill>
                <a:effectLst/>
                <a:uLnTx/>
                <a:uFillTx/>
                <a:latin typeface="+mj-lt"/>
                <a:ea typeface="+mj-ea"/>
                <a:cs typeface="+mj-cs"/>
              </a:rPr>
              <a:t>}//</a:t>
            </a:r>
            <a:r>
              <a:rPr kumimoji="0" lang="zh-CN" altLang="en-US" sz="1200" b="0" i="0" u="none" strike="noStrike" kern="1200" cap="none" spc="0" normalizeH="0" baseline="0" noProof="0" dirty="0">
                <a:ln>
                  <a:noFill/>
                </a:ln>
                <a:solidFill>
                  <a:schemeClr val="accent1"/>
                </a:solidFill>
                <a:effectLst/>
                <a:uLnTx/>
                <a:uFillTx/>
                <a:latin typeface="+mj-lt"/>
                <a:ea typeface="+mj-ea"/>
                <a:cs typeface="+mj-cs"/>
              </a:rPr>
              <a:t>区域类型</a:t>
            </a:r>
            <a:endParaRPr kumimoji="0" lang="zh-CN" altLang="en-US" sz="1200" b="0" i="0" u="none" strike="noStrike" kern="1200" cap="none" spc="0" normalizeH="0" baseline="0" noProof="0" dirty="0">
              <a:ln>
                <a:noFill/>
              </a:ln>
              <a:solidFill>
                <a:schemeClr val="accent1"/>
              </a:solidFill>
              <a:effectLst/>
              <a:uLnTx/>
              <a:uFillTx/>
              <a:latin typeface="+mj-lt"/>
              <a:ea typeface="+mj-ea"/>
              <a:cs typeface="+mj-cs"/>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950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4950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 </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ProxyCollect</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8" name="文本框 7"/>
          <p:cNvSpPr txBox="1"/>
          <p:nvPr/>
        </p:nvSpPr>
        <p:spPr>
          <a:xfrm>
            <a:off x="827088" y="1143000"/>
            <a:ext cx="7126288" cy="1570038"/>
          </a:xfrm>
          <a:prstGeom prst="rect">
            <a:avLst/>
          </a:prstGeom>
          <a:noFill/>
        </p:spPr>
        <p:txBody>
          <a:bodyPr>
            <a:spAutoFit/>
          </a:bodyPr>
          <a:lstStyle/>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采集功能操作逻辑：</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①可以同时添加多个不同</a:t>
            </a:r>
            <a:r>
              <a:rPr kumimoji="0" lang="en-US" altLang="zh-CN" sz="1600" kern="1200" cap="none" spc="0" normalizeH="0" baseline="0" noProof="0" dirty="0">
                <a:solidFill>
                  <a:srgbClr val="FF6600"/>
                </a:solidFill>
                <a:latin typeface="+mn-ea"/>
                <a:ea typeface="微软雅黑" panose="020B0503020204020204" pitchFamily="34" charset="-122"/>
                <a:cs typeface="+mn-cs"/>
              </a:rPr>
              <a:t>ID</a:t>
            </a:r>
            <a:r>
              <a:rPr kumimoji="0" lang="zh-CN" altLang="en-US" sz="1600" kern="1200" cap="none" spc="0" normalizeH="0" baseline="0" noProof="0" dirty="0">
                <a:solidFill>
                  <a:srgbClr val="FF6600"/>
                </a:solidFill>
                <a:latin typeface="+mn-ea"/>
                <a:ea typeface="微软雅黑" panose="020B0503020204020204" pitchFamily="34" charset="-122"/>
                <a:cs typeface="+mn-cs"/>
              </a:rPr>
              <a:t>的任务</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②可以同时开始和停止所有采集任务，也可以分别开始和停止</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mn-ea"/>
                <a:ea typeface="微软雅黑" panose="020B0503020204020204" pitchFamily="34" charset="-122"/>
                <a:cs typeface="+mn-cs"/>
              </a:rPr>
              <a:t>③</a:t>
            </a: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开始采集任务和停止采集任务必须成对使用</a:t>
            </a:r>
            <a:endPar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④添加采集任务和删除采集任务必须成对使用</a:t>
            </a:r>
            <a:endPar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⑤使用采集功能时，必须在连接前显式调用设置使用</a:t>
            </a:r>
            <a:r>
              <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UDP</a:t>
            </a: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的接口使能</a:t>
            </a:r>
            <a:r>
              <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UDP</a:t>
            </a:r>
            <a:endPar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1554"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51555"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 </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ProxyCollect</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6" name="矩形 5"/>
          <p:cNvSpPr/>
          <p:nvPr/>
        </p:nvSpPr>
        <p:spPr>
          <a:xfrm>
            <a:off x="827088" y="1962150"/>
            <a:ext cx="7031038" cy="1168400"/>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添加采集任务</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addTask</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iSampleKT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strVarList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文本框 7"/>
          <p:cNvSpPr txBox="1"/>
          <p:nvPr/>
        </p:nvSpPr>
        <p:spPr>
          <a:xfrm>
            <a:off x="838200" y="1477963"/>
            <a:ext cx="6791325"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err="1">
                <a:latin typeface="黑体" panose="02010609060101010101" pitchFamily="49" charset="-122"/>
                <a:ea typeface="华文楷体" panose="02010600040101010101" pitchFamily="2" charset="-122"/>
                <a:cs typeface="+mn-cs"/>
              </a:rPr>
              <a:t>include</a:t>
            </a:r>
            <a:r>
              <a:rPr kumimoji="0" lang="en-US" altLang="zh-CN" kern="1200" cap="none" spc="0" normalizeH="0" baseline="0" noProof="0" dirty="0" err="1">
                <a:solidFill>
                  <a:srgbClr val="FF6600"/>
                </a:solidFill>
                <a:latin typeface="黑体" panose="02010609060101010101" pitchFamily="49" charset="-122"/>
                <a:ea typeface="华文楷体" panose="02010600040101010101" pitchFamily="2" charset="-122"/>
                <a:cs typeface="+mn-cs"/>
              </a:rPr>
              <a:t>“proxy</a:t>
            </a:r>
            <a:r>
              <a:rPr kumimoji="0" lang="en-US" altLang="zh-CN" kern="1200" cap="none" spc="0" normalizeH="0" baseline="0" noProof="0" dirty="0">
                <a:solidFill>
                  <a:srgbClr val="FF6600"/>
                </a:solidFill>
                <a:latin typeface="黑体" panose="02010609060101010101" pitchFamily="49" charset="-122"/>
                <a:ea typeface="华文楷体" panose="02010600040101010101" pitchFamily="2" charset="-122"/>
                <a:cs typeface="+mn-cs"/>
              </a:rPr>
              <a:t>/</a:t>
            </a:r>
            <a:r>
              <a:rPr kumimoji="0" lang="en-US" altLang="zh-CN" kern="1200" cap="none" spc="0" normalizeH="0" baseline="0" noProof="0" dirty="0" err="1">
                <a:solidFill>
                  <a:srgbClr val="FF6600"/>
                </a:solidFill>
                <a:latin typeface="黑体" panose="02010609060101010101" pitchFamily="49" charset="-122"/>
                <a:ea typeface="华文楷体" panose="02010600040101010101" pitchFamily="2" charset="-122"/>
                <a:cs typeface="+mn-cs"/>
              </a:rPr>
              <a:t>ProxyCollect.h</a:t>
            </a:r>
            <a:r>
              <a:rPr kumimoji="0" lang="en-US" altLang="zh-CN" kern="1200" cap="none" spc="0" normalizeH="0" baseline="0" noProof="0" dirty="0">
                <a:solidFill>
                  <a:srgbClr val="FF6600"/>
                </a:solidFill>
                <a:latin typeface="黑体" panose="02010609060101010101" pitchFamily="49" charset="-122"/>
                <a:ea typeface="华文楷体" panose="02010600040101010101" pitchFamily="2" charset="-122"/>
                <a:cs typeface="+mn-cs"/>
              </a:rPr>
              <a:t>” </a:t>
            </a:r>
            <a:endParaRPr kumimoji="0" lang="en-US" altLang="zh-CN" kern="1200" cap="none" spc="0" normalizeH="0" baseline="0" noProof="0" dirty="0">
              <a:solidFill>
                <a:srgbClr val="FF6600"/>
              </a:solidFill>
              <a:latin typeface="+mn-ea"/>
              <a:ea typeface="微软雅黑" panose="020B0503020204020204" pitchFamily="34" charset="-122"/>
              <a:cs typeface="+mn-cs"/>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02"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53603"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 </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ProxyCollect</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6" name="矩形 5"/>
          <p:cNvSpPr/>
          <p:nvPr/>
        </p:nvSpPr>
        <p:spPr>
          <a:xfrm>
            <a:off x="684213" y="898525"/>
            <a:ext cx="7031038" cy="1168400"/>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dk1"/>
                </a:solidFill>
                <a:effectLst/>
                <a:uLnTx/>
                <a:uFillTx/>
                <a:latin typeface="+mn-lt"/>
                <a:ea typeface="+mn-ea"/>
                <a:cs typeface="+mn-cs"/>
              </a:rPr>
              <a:t>添加采集任务</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HMCErrCode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E36925"/>
                </a:solidFill>
                <a:effectLst/>
                <a:uLnTx/>
                <a:uFillTx/>
                <a:latin typeface="+mn-lt"/>
                <a:ea typeface="+mn-ea"/>
                <a:cs typeface="+mn-cs"/>
              </a:rPr>
              <a:t>addTask</a:t>
            </a:r>
            <a:r>
              <a:rPr kumimoji="0" lang="en-US" altLang="zh-CN" sz="14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tid</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int32_t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iSampleKT</a:t>
            </a: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a:t>
            </a:r>
            <a:r>
              <a:rPr kumimoji="0" lang="en-US" altLang="zh-CN" sz="1400" b="0" i="0" u="none" strike="noStrike" kern="1200" cap="none" spc="0" normalizeH="0" baseline="0" noProof="0" dirty="0" err="1">
                <a:ln>
                  <a:noFill/>
                </a:ln>
                <a:solidFill>
                  <a:srgbClr val="00B0F0"/>
                </a:solidFill>
                <a:effectLst/>
                <a:uLnTx/>
                <a:uFillTx/>
                <a:latin typeface="+mn-lt"/>
                <a:ea typeface="+mn-ea"/>
                <a:cs typeface="+mn-cs"/>
              </a:rPr>
              <a:t>std</a:t>
            </a: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::string </a:t>
            </a:r>
            <a:r>
              <a:rPr kumimoji="0" lang="en-US" altLang="zh-CN" sz="1400" b="0" i="0" u="none" strike="noStrike" kern="1200" cap="none" spc="0" normalizeH="0" baseline="0" noProof="0" dirty="0" err="1">
                <a:ln>
                  <a:noFill/>
                </a:ln>
                <a:solidFill>
                  <a:schemeClr val="dk1"/>
                </a:solidFill>
                <a:effectLst/>
                <a:uLnTx/>
                <a:uFillTx/>
                <a:latin typeface="+mn-lt"/>
                <a:ea typeface="+mn-ea"/>
                <a:cs typeface="+mn-cs"/>
              </a:rPr>
              <a:t>strVarList</a:t>
            </a:r>
            <a:endParaRPr kumimoji="0" lang="en-US" altLang="zh-CN" sz="14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dk1"/>
                </a:solidFill>
                <a:effectLst/>
                <a:uLnTx/>
                <a:uFillTx/>
                <a:latin typeface="+mn-lt"/>
                <a:ea typeface="+mn-ea"/>
                <a:cs typeface="+mn-cs"/>
              </a:rPr>
              <a:t>		      )</a:t>
            </a:r>
            <a:endParaRPr kumimoji="0" lang="zh-CN" altLang="zh-CN" sz="14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矩形 6"/>
          <p:cNvSpPr/>
          <p:nvPr/>
        </p:nvSpPr>
        <p:spPr>
          <a:xfrm>
            <a:off x="684213" y="2054225"/>
            <a:ext cx="7031038" cy="167005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tid</a:t>
            </a:r>
            <a:r>
              <a:rPr kumimoji="0" lang="en-US" altLang="zh-CN" sz="1400" b="0" i="0" u="none" strike="noStrike" kern="1200" cap="none" spc="0" normalizeH="0" baseline="0" noProof="0" dirty="0">
                <a:ln>
                  <a:noFill/>
                </a:ln>
                <a:solidFill>
                  <a:schemeClr val="lt1"/>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任务</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ID,ID</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唯一，不能重复添加同一</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ID</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的任务</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iSampleKT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采样周期倍数</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K</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最终采样周期为</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T*K(T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为基础周期</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4ms)</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err="1">
                <a:ln>
                  <a:noFill/>
                </a:ln>
                <a:solidFill>
                  <a:prstClr val="black"/>
                </a:solidFill>
                <a:effectLst/>
                <a:uLnTx/>
                <a:uFillTx/>
                <a:latin typeface="+mn-lt"/>
                <a:ea typeface="+mn-ea"/>
                <a:cs typeface="+mn-cs"/>
              </a:rPr>
              <a:t>strVarList</a:t>
            </a:r>
            <a:r>
              <a:rPr kumimoji="0" lang="en-US" altLang="zh-CN" sz="14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采集变量名列表</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rgbClr val="7030A0"/>
                </a:solidFill>
                <a:effectLst/>
                <a:uLnTx/>
                <a:uFillTx/>
                <a:latin typeface="+mn-lt"/>
                <a:ea typeface="+mn-ea"/>
                <a:cs typeface="+mn-cs"/>
              </a:rPr>
              <a:t>参考华数</a:t>
            </a:r>
            <a:r>
              <a:rPr kumimoji="0" lang="en-US" altLang="zh-CN" sz="1400" b="0" i="0" u="none" strike="noStrike" kern="1200" cap="none" spc="0" normalizeH="0" baseline="0" noProof="0" dirty="0">
                <a:ln>
                  <a:noFill/>
                </a:ln>
                <a:solidFill>
                  <a:srgbClr val="7030A0"/>
                </a:solidFill>
                <a:effectLst/>
                <a:uLnTx/>
                <a:uFillTx/>
                <a:latin typeface="+mn-lt"/>
                <a:ea typeface="+mn-ea"/>
                <a:cs typeface="+mn-cs"/>
              </a:rPr>
              <a:t>III</a:t>
            </a:r>
            <a:r>
              <a:rPr kumimoji="0" lang="zh-CN" altLang="en-US" sz="1400" b="0" i="0" u="none" strike="noStrike" kern="1200" cap="none" spc="0" normalizeH="0" baseline="0" noProof="0" dirty="0">
                <a:ln>
                  <a:noFill/>
                </a:ln>
                <a:solidFill>
                  <a:srgbClr val="7030A0"/>
                </a:solidFill>
                <a:effectLst/>
                <a:uLnTx/>
                <a:uFillTx/>
                <a:latin typeface="+mn-lt"/>
                <a:ea typeface="+mn-ea"/>
                <a:cs typeface="+mn-cs"/>
              </a:rPr>
              <a:t>型控制器可采集变量列表</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lt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格式：半角逗号分隔的名字列表，</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例</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4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var.axis</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[0].</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pfb,var.axis</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[1].</a:t>
            </a:r>
            <a:r>
              <a:rPr kumimoji="0" lang="en-US" altLang="zh-CN" sz="1400" b="0" i="0" u="none" strike="noStrike" kern="1200" cap="none" spc="0" normalizeH="0" baseline="0" noProof="0" dirty="0" err="1">
                <a:ln>
                  <a:noFill/>
                </a:ln>
                <a:solidFill>
                  <a:schemeClr val="tx1"/>
                </a:solidFill>
                <a:effectLst/>
                <a:uLnTx/>
                <a:uFillTx/>
                <a:latin typeface="+mn-lt"/>
                <a:ea typeface="+mn-ea"/>
                <a:cs typeface="+mn-cs"/>
              </a:rPr>
              <a:t>pfb</a:t>
            </a:r>
            <a:r>
              <a:rPr kumimoji="0" lang="en-US" altLang="zh-CN" sz="14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5650"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55651"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 </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ProxyIO</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6" name="文本框 5"/>
          <p:cNvSpPr txBox="1"/>
          <p:nvPr/>
        </p:nvSpPr>
        <p:spPr>
          <a:xfrm>
            <a:off x="900113" y="1131888"/>
            <a:ext cx="7091363" cy="2616200"/>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a:solidFill>
                  <a:srgbClr val="FF6600"/>
                </a:solidFill>
                <a:latin typeface="+mn-ea"/>
                <a:ea typeface="微软雅黑" panose="020B0503020204020204" pitchFamily="34" charset="-122"/>
                <a:cs typeface="+mn-cs"/>
              </a:rPr>
              <a:t>IO</a:t>
            </a:r>
            <a:r>
              <a:rPr kumimoji="0" lang="zh-CN" altLang="en-US" sz="1600" kern="1200" cap="none" spc="0" normalizeH="0" baseline="0" noProof="0" dirty="0">
                <a:solidFill>
                  <a:srgbClr val="FF6600"/>
                </a:solidFill>
                <a:latin typeface="+mn-ea"/>
                <a:ea typeface="微软雅黑" panose="020B0503020204020204" pitchFamily="34" charset="-122"/>
                <a:cs typeface="+mn-cs"/>
              </a:rPr>
              <a:t>操作逻辑：</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①</a:t>
            </a:r>
            <a:r>
              <a:rPr kumimoji="0" lang="zh-CN" altLang="en-US" sz="1600" kern="1200" cap="none" spc="0" normalizeH="0" baseline="0" noProof="0" dirty="0">
                <a:solidFill>
                  <a:srgbClr val="FF6600"/>
                </a:solidFill>
                <a:latin typeface="+mn-ea"/>
                <a:ea typeface="微软雅黑" panose="020B0503020204020204" pitchFamily="34" charset="-122"/>
                <a:cs typeface="+mn-cs"/>
              </a:rPr>
              <a:t>每个</a:t>
            </a:r>
            <a:r>
              <a:rPr kumimoji="0" lang="en-US" altLang="zh-CN" sz="1600" kern="1200" cap="none" spc="0" normalizeH="0" baseline="0" noProof="0" dirty="0">
                <a:solidFill>
                  <a:srgbClr val="FF6600"/>
                </a:solidFill>
                <a:latin typeface="+mn-ea"/>
                <a:ea typeface="微软雅黑" panose="020B0503020204020204" pitchFamily="34" charset="-122"/>
                <a:cs typeface="+mn-cs"/>
              </a:rPr>
              <a:t>IO</a:t>
            </a:r>
            <a:r>
              <a:rPr kumimoji="0" lang="zh-CN" altLang="en-US" sz="1600" kern="1200" cap="none" spc="0" normalizeH="0" baseline="0" noProof="0" dirty="0">
                <a:solidFill>
                  <a:srgbClr val="FF6600"/>
                </a:solidFill>
                <a:latin typeface="+mn-ea"/>
                <a:ea typeface="微软雅黑" panose="020B0503020204020204" pitchFamily="34" charset="-122"/>
                <a:cs typeface="+mn-cs"/>
              </a:rPr>
              <a:t>有两个属性：</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en-US" altLang="zh-CN" sz="1600" kern="1200" cap="none" spc="0" normalizeH="0" baseline="0" noProof="0" dirty="0">
                <a:solidFill>
                  <a:srgbClr val="FF6600"/>
                </a:solidFill>
                <a:latin typeface="+mn-ea"/>
                <a:ea typeface="微软雅黑" panose="020B0503020204020204" pitchFamily="34" charset="-122"/>
                <a:cs typeface="+mn-cs"/>
              </a:rPr>
              <a:t>  1</a:t>
            </a:r>
            <a:r>
              <a:rPr kumimoji="0" lang="zh-CN" altLang="en-US" sz="1600" kern="1200" cap="none" spc="0" normalizeH="0" baseline="0" noProof="0" dirty="0">
                <a:solidFill>
                  <a:srgbClr val="FF6600"/>
                </a:solidFill>
                <a:latin typeface="+mn-ea"/>
                <a:ea typeface="微软雅黑" panose="020B0503020204020204" pitchFamily="34" charset="-122"/>
                <a:cs typeface="+mn-cs"/>
              </a:rPr>
              <a:t>、状态</a:t>
            </a:r>
            <a:r>
              <a:rPr kumimoji="0" lang="en-US" altLang="zh-CN" sz="1600" kern="1200" cap="none" spc="0" normalizeH="0" baseline="0" noProof="0" dirty="0">
                <a:solidFill>
                  <a:srgbClr val="FF6600"/>
                </a:solidFill>
                <a:latin typeface="+mn-ea"/>
                <a:ea typeface="微软雅黑" panose="020B0503020204020204" pitchFamily="34" charset="-122"/>
                <a:cs typeface="+mn-cs"/>
              </a:rPr>
              <a:t>:</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en-US" altLang="zh-CN" sz="1600" kern="1200" cap="none" spc="0" normalizeH="0" baseline="0" noProof="0" dirty="0">
                <a:solidFill>
                  <a:srgbClr val="FF6600"/>
                </a:solidFill>
                <a:latin typeface="+mn-ea"/>
                <a:ea typeface="微软雅黑" panose="020B0503020204020204" pitchFamily="34" charset="-122"/>
                <a:cs typeface="+mn-cs"/>
              </a:rPr>
              <a:t>    </a:t>
            </a:r>
            <a:r>
              <a:rPr kumimoji="0" lang="zh-CN" altLang="en-US" sz="1600" kern="1200" cap="none" spc="0" normalizeH="0" baseline="0" noProof="0" dirty="0">
                <a:solidFill>
                  <a:srgbClr val="FF6600"/>
                </a:solidFill>
                <a:latin typeface="+mn-ea"/>
                <a:ea typeface="微软雅黑" panose="020B0503020204020204" pitchFamily="34" charset="-122"/>
                <a:cs typeface="+mn-cs"/>
              </a:rPr>
              <a:t>虚拟</a:t>
            </a:r>
            <a:r>
              <a:rPr kumimoji="0" lang="en-US" altLang="zh-CN" sz="1600" kern="1200" cap="none" spc="0" normalizeH="0" baseline="0" noProof="0" dirty="0">
                <a:solidFill>
                  <a:srgbClr val="FF6600"/>
                </a:solidFill>
                <a:latin typeface="+mn-ea"/>
                <a:ea typeface="微软雅黑" panose="020B0503020204020204" pitchFamily="34" charset="-122"/>
                <a:cs typeface="+mn-cs"/>
              </a:rPr>
              <a:t>:</a:t>
            </a:r>
            <a:r>
              <a:rPr kumimoji="0" lang="zh-CN" altLang="en-US" sz="1600" kern="1200" cap="none" spc="0" normalizeH="0" baseline="0" noProof="0" dirty="0">
                <a:solidFill>
                  <a:srgbClr val="FF6600"/>
                </a:solidFill>
                <a:latin typeface="+mn-ea"/>
                <a:ea typeface="微软雅黑" panose="020B0503020204020204" pitchFamily="34" charset="-122"/>
                <a:cs typeface="+mn-cs"/>
              </a:rPr>
              <a:t>可以设置其输入和输出值，但是</a:t>
            </a:r>
            <a:r>
              <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IO</a:t>
            </a: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模块不会输出。</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en-US" altLang="zh-CN" sz="1600" kern="1200" cap="none" spc="0" normalizeH="0" baseline="0" noProof="0" dirty="0">
                <a:solidFill>
                  <a:srgbClr val="FF6600"/>
                </a:solidFill>
                <a:latin typeface="+mn-ea"/>
                <a:ea typeface="微软雅黑" panose="020B0503020204020204" pitchFamily="34" charset="-122"/>
                <a:cs typeface="+mn-cs"/>
              </a:rPr>
              <a:t>    </a:t>
            </a:r>
            <a:r>
              <a:rPr kumimoji="0" lang="zh-CN" altLang="en-US" sz="1600" kern="1200" cap="none" spc="0" normalizeH="0" baseline="0" noProof="0" dirty="0">
                <a:solidFill>
                  <a:srgbClr val="FF6600"/>
                </a:solidFill>
                <a:latin typeface="+mn-ea"/>
                <a:ea typeface="微软雅黑" panose="020B0503020204020204" pitchFamily="34" charset="-122"/>
                <a:cs typeface="+mn-cs"/>
              </a:rPr>
              <a:t>真实</a:t>
            </a:r>
            <a:r>
              <a:rPr kumimoji="0" lang="en-US" altLang="zh-CN" sz="1600" kern="1200" cap="none" spc="0" normalizeH="0" baseline="0" noProof="0" dirty="0">
                <a:solidFill>
                  <a:srgbClr val="FF6600"/>
                </a:solidFill>
                <a:latin typeface="+mn-ea"/>
                <a:ea typeface="微软雅黑" panose="020B0503020204020204" pitchFamily="34" charset="-122"/>
                <a:cs typeface="+mn-cs"/>
              </a:rPr>
              <a:t>:</a:t>
            </a:r>
            <a:r>
              <a:rPr kumimoji="0" lang="zh-CN" altLang="en-US" sz="1600" kern="1200" cap="none" spc="0" normalizeH="0" baseline="0" noProof="0" dirty="0">
                <a:solidFill>
                  <a:srgbClr val="FF6600"/>
                </a:solidFill>
                <a:latin typeface="+mn-ea"/>
                <a:ea typeface="微软雅黑" panose="020B0503020204020204" pitchFamily="34" charset="-122"/>
                <a:cs typeface="+mn-cs"/>
              </a:rPr>
              <a:t>不能设置其输入值，输入需从</a:t>
            </a:r>
            <a:r>
              <a:rPr kumimoji="0" lang="en-US" altLang="zh-CN" sz="1600" kern="1200" cap="none" spc="0" normalizeH="0" baseline="0" noProof="0" dirty="0">
                <a:solidFill>
                  <a:srgbClr val="FF6600"/>
                </a:solidFill>
                <a:latin typeface="+mn-ea"/>
                <a:ea typeface="微软雅黑" panose="020B0503020204020204" pitchFamily="34" charset="-122"/>
                <a:cs typeface="+mn-cs"/>
              </a:rPr>
              <a:t>IO</a:t>
            </a:r>
            <a:r>
              <a:rPr kumimoji="0" lang="zh-CN" altLang="en-US" sz="1600" kern="1200" cap="none" spc="0" normalizeH="0" baseline="0" noProof="0" dirty="0">
                <a:solidFill>
                  <a:srgbClr val="FF6600"/>
                </a:solidFill>
                <a:latin typeface="+mn-ea"/>
                <a:ea typeface="微软雅黑" panose="020B0503020204020204" pitchFamily="34" charset="-122"/>
                <a:cs typeface="+mn-cs"/>
              </a:rPr>
              <a:t>模块读取，可以</a:t>
            </a:r>
            <a:r>
              <a:rPr kumimoji="0" lang="en-US" altLang="zh-CN" sz="1600" kern="1200" cap="none" spc="0" normalizeH="0" baseline="0" noProof="0" dirty="0">
                <a:solidFill>
                  <a:srgbClr val="FF6600"/>
                </a:solidFill>
                <a:latin typeface="+mn-ea"/>
                <a:ea typeface="微软雅黑" panose="020B0503020204020204" pitchFamily="34" charset="-122"/>
                <a:cs typeface="+mn-cs"/>
              </a:rPr>
              <a:t>	  </a:t>
            </a:r>
            <a:r>
              <a:rPr kumimoji="0" lang="zh-CN" altLang="en-US" sz="1600" kern="1200" cap="none" spc="0" normalizeH="0" baseline="0" noProof="0" dirty="0">
                <a:solidFill>
                  <a:srgbClr val="FF6600"/>
                </a:solidFill>
                <a:latin typeface="+mn-ea"/>
                <a:ea typeface="微软雅黑" panose="020B0503020204020204" pitchFamily="34" charset="-122"/>
                <a:cs typeface="+mn-cs"/>
              </a:rPr>
              <a:t>设置其输出值，并可触发</a:t>
            </a:r>
            <a:r>
              <a:rPr kumimoji="0" lang="en-US" altLang="zh-CN" sz="1600" kern="1200" cap="none" spc="0" normalizeH="0" baseline="0" noProof="0" dirty="0">
                <a:solidFill>
                  <a:srgbClr val="FF6600"/>
                </a:solidFill>
                <a:latin typeface="+mn-ea"/>
                <a:ea typeface="微软雅黑" panose="020B0503020204020204" pitchFamily="34" charset="-122"/>
                <a:cs typeface="+mn-cs"/>
              </a:rPr>
              <a:t>IO</a:t>
            </a:r>
            <a:r>
              <a:rPr kumimoji="0" lang="zh-CN" altLang="en-US" sz="1600" kern="1200" cap="none" spc="0" normalizeH="0" baseline="0" noProof="0" dirty="0">
                <a:solidFill>
                  <a:srgbClr val="FF6600"/>
                </a:solidFill>
                <a:latin typeface="+mn-ea"/>
                <a:ea typeface="微软雅黑" panose="020B0503020204020204" pitchFamily="34" charset="-122"/>
                <a:cs typeface="+mn-cs"/>
              </a:rPr>
              <a:t>模块输出。</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en-US" altLang="zh-CN" sz="1600" kern="1200" cap="none" spc="0" normalizeH="0" baseline="0" noProof="0" dirty="0">
                <a:solidFill>
                  <a:srgbClr val="FF6600"/>
                </a:solidFill>
                <a:latin typeface="+mn-ea"/>
                <a:ea typeface="微软雅黑" panose="020B0503020204020204" pitchFamily="34" charset="-122"/>
                <a:cs typeface="+mn-cs"/>
              </a:rPr>
              <a:t>  2</a:t>
            </a:r>
            <a:r>
              <a:rPr kumimoji="0" lang="zh-CN" altLang="en-US" sz="1600" kern="1200" cap="none" spc="0" normalizeH="0" baseline="0" noProof="0" dirty="0">
                <a:solidFill>
                  <a:srgbClr val="FF6600"/>
                </a:solidFill>
                <a:latin typeface="+mn-ea"/>
                <a:ea typeface="微软雅黑" panose="020B0503020204020204" pitchFamily="34" charset="-122"/>
                <a:cs typeface="+mn-cs"/>
              </a:rPr>
              <a:t>、值</a:t>
            </a:r>
            <a:r>
              <a:rPr kumimoji="0" lang="en-US" altLang="zh-CN" sz="1600" kern="1200" cap="none" spc="0" normalizeH="0" baseline="0" noProof="0" dirty="0">
                <a:solidFill>
                  <a:srgbClr val="FF6600"/>
                </a:solidFill>
                <a:latin typeface="+mn-ea"/>
                <a:ea typeface="微软雅黑" panose="020B0503020204020204" pitchFamily="34" charset="-122"/>
                <a:cs typeface="+mn-cs"/>
              </a:rPr>
              <a:t>:</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en-US" altLang="zh-CN" sz="1600" kern="1200" cap="none" spc="0" normalizeH="0" baseline="0" noProof="0" dirty="0">
                <a:solidFill>
                  <a:srgbClr val="FF6600"/>
                </a:solidFill>
                <a:latin typeface="+mn-ea"/>
                <a:ea typeface="微软雅黑" panose="020B0503020204020204" pitchFamily="34" charset="-122"/>
                <a:cs typeface="+mn-cs"/>
              </a:rPr>
              <a:t>    0:</a:t>
            </a:r>
            <a:r>
              <a:rPr kumimoji="0" lang="zh-CN" altLang="en-US" sz="1600" kern="1200" cap="none" spc="0" normalizeH="0" baseline="0" noProof="0" dirty="0">
                <a:solidFill>
                  <a:srgbClr val="FF6600"/>
                </a:solidFill>
                <a:latin typeface="+mn-ea"/>
                <a:ea typeface="微软雅黑" panose="020B0503020204020204" pitchFamily="34" charset="-122"/>
                <a:cs typeface="+mn-cs"/>
              </a:rPr>
              <a:t>无输入或输出</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en-US" altLang="zh-CN" sz="1600" kern="1200" cap="none" spc="0" normalizeH="0" baseline="0" noProof="0" dirty="0">
                <a:solidFill>
                  <a:srgbClr val="FF6600"/>
                </a:solidFill>
                <a:latin typeface="+mn-ea"/>
                <a:ea typeface="微软雅黑" panose="020B0503020204020204" pitchFamily="34" charset="-122"/>
                <a:cs typeface="+mn-cs"/>
              </a:rPr>
              <a:t>   </a:t>
            </a:r>
            <a:r>
              <a:rPr kumimoji="0" lang="en-US" altLang="zh-CN"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  </a:t>
            </a:r>
            <a:r>
              <a:rPr kumimoji="0" lang="en-US" altLang="zh-CN" sz="1600" kern="1200" cap="none" spc="0" normalizeH="0" baseline="0" noProof="0" dirty="0">
                <a:solidFill>
                  <a:srgbClr val="FF6600"/>
                </a:solidFill>
                <a:latin typeface="+mn-ea"/>
                <a:ea typeface="微软雅黑" panose="020B0503020204020204" pitchFamily="34" charset="-122"/>
                <a:cs typeface="+mn-cs"/>
              </a:rPr>
              <a:t>1:</a:t>
            </a:r>
            <a:r>
              <a:rPr kumimoji="0" lang="zh-CN" altLang="en-US" sz="1600" kern="1200" cap="none" spc="0" normalizeH="0" baseline="0" noProof="0" dirty="0">
                <a:solidFill>
                  <a:srgbClr val="FF6600"/>
                </a:solidFill>
                <a:latin typeface="+mn-ea"/>
                <a:ea typeface="微软雅黑" panose="020B0503020204020204" pitchFamily="34" charset="-122"/>
                <a:cs typeface="+mn-cs"/>
              </a:rPr>
              <a:t>有输入或输出</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a:p>
            <a:pPr marR="0" defTabSz="914400">
              <a:buClrTx/>
              <a:buSzTx/>
              <a:buFontTx/>
              <a:buNone/>
              <a:defRPr/>
            </a:pPr>
            <a:r>
              <a:rPr kumimoji="0" lang="zh-CN" altLang="en-US" sz="1600" kern="1200" cap="none" spc="0" normalizeH="0" baseline="0" noProof="0" dirty="0">
                <a:solidFill>
                  <a:srgbClr val="FF6600"/>
                </a:solidFill>
                <a:latin typeface="黑体" panose="02010609060101010101" pitchFamily="49" charset="-122"/>
                <a:ea typeface="微软雅黑" panose="020B0503020204020204" pitchFamily="34" charset="-122"/>
                <a:cs typeface="+mn-cs"/>
              </a:rPr>
              <a:t>②</a:t>
            </a:r>
            <a:r>
              <a:rPr kumimoji="0" lang="zh-CN" altLang="en-US" sz="1600" kern="1200" cap="none" spc="0" normalizeH="0" baseline="0" noProof="0" dirty="0">
                <a:solidFill>
                  <a:srgbClr val="FF6600"/>
                </a:solidFill>
                <a:latin typeface="+mn-ea"/>
                <a:ea typeface="微软雅黑" panose="020B0503020204020204" pitchFamily="34" charset="-122"/>
                <a:cs typeface="+mn-cs"/>
              </a:rPr>
              <a:t>按组读取</a:t>
            </a:r>
            <a:r>
              <a:rPr kumimoji="0" lang="en-US" altLang="zh-CN" sz="1600" kern="1200" cap="none" spc="0" normalizeH="0" baseline="0" noProof="0" dirty="0">
                <a:solidFill>
                  <a:srgbClr val="FF6600"/>
                </a:solidFill>
                <a:latin typeface="+mn-ea"/>
                <a:ea typeface="微软雅黑" panose="020B0503020204020204" pitchFamily="34" charset="-122"/>
                <a:cs typeface="+mn-cs"/>
              </a:rPr>
              <a:t>IO</a:t>
            </a:r>
            <a:r>
              <a:rPr kumimoji="0" lang="zh-CN" altLang="en-US" sz="1600" kern="1200" cap="none" spc="0" normalizeH="0" baseline="0" noProof="0" dirty="0">
                <a:solidFill>
                  <a:srgbClr val="FF6600"/>
                </a:solidFill>
                <a:latin typeface="+mn-ea"/>
                <a:ea typeface="微软雅黑" panose="020B0503020204020204" pitchFamily="34" charset="-122"/>
                <a:cs typeface="+mn-cs"/>
              </a:rPr>
              <a:t>的值或状态，单独设置</a:t>
            </a:r>
            <a:r>
              <a:rPr kumimoji="0" lang="en-US" altLang="zh-CN" sz="1600" kern="1200" cap="none" spc="0" normalizeH="0" baseline="0" noProof="0" dirty="0">
                <a:solidFill>
                  <a:srgbClr val="FF6600"/>
                </a:solidFill>
                <a:latin typeface="+mn-ea"/>
                <a:ea typeface="微软雅黑" panose="020B0503020204020204" pitchFamily="34" charset="-122"/>
                <a:cs typeface="+mn-cs"/>
              </a:rPr>
              <a:t>IO</a:t>
            </a:r>
            <a:r>
              <a:rPr kumimoji="0" lang="zh-CN" altLang="en-US" sz="1600" kern="1200" cap="none" spc="0" normalizeH="0" baseline="0" noProof="0" dirty="0">
                <a:solidFill>
                  <a:srgbClr val="FF6600"/>
                </a:solidFill>
                <a:latin typeface="+mn-ea"/>
                <a:ea typeface="微软雅黑" panose="020B0503020204020204" pitchFamily="34" charset="-122"/>
                <a:cs typeface="+mn-cs"/>
              </a:rPr>
              <a:t>的值或状态</a:t>
            </a:r>
            <a:endParaRPr kumimoji="0" lang="en-US" altLang="zh-CN" sz="1600" kern="1200" cap="none" spc="0" normalizeH="0" baseline="0" noProof="0" dirty="0">
              <a:solidFill>
                <a:srgbClr val="FF6600"/>
              </a:solidFill>
              <a:latin typeface="+mn-ea"/>
              <a:ea typeface="微软雅黑" panose="020B0503020204020204" pitchFamily="34" charset="-122"/>
              <a:cs typeface="+mn-cs"/>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7698"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57699"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 </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ProxyIO</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6" name="矩形 5"/>
          <p:cNvSpPr/>
          <p:nvPr/>
        </p:nvSpPr>
        <p:spPr>
          <a:xfrm>
            <a:off x="838200" y="2303463"/>
            <a:ext cx="7031038" cy="746125"/>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dk1"/>
                </a:solidFill>
                <a:effectLst/>
                <a:uLnTx/>
                <a:uFillTx/>
                <a:latin typeface="+mn-lt"/>
                <a:ea typeface="+mn-ea"/>
                <a:cs typeface="+mn-cs"/>
              </a:rPr>
              <a:t>获取数字输入分组值</a:t>
            </a:r>
            <a:endParaRPr kumimoji="0" lang="zh-CN" altLang="zh-CN" sz="16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Hsc3::</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HMCErrCode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E36925"/>
                </a:solidFill>
                <a:effectLst/>
                <a:uLnTx/>
                <a:uFillTx/>
                <a:latin typeface="+mn-lt"/>
                <a:ea typeface="+mn-ea"/>
                <a:cs typeface="+mn-cs"/>
              </a:rPr>
              <a:t>getDinGrp</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(int32_t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grpIndex</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uint32_t &amp;</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num</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zh-CN" altLang="zh-CN" sz="1600" b="0" i="0" u="none" strike="noStrike" kern="1200" cap="none" spc="0" normalizeH="0" baseline="0" noProof="0" dirty="0">
              <a:ln>
                <a:noFill/>
              </a:ln>
              <a:solidFill>
                <a:schemeClr val="dk1"/>
              </a:solidFill>
              <a:effectLst/>
              <a:uLnTx/>
              <a:uFillTx/>
              <a:latin typeface="+mn-lt"/>
              <a:ea typeface="+mn-ea"/>
              <a:cs typeface="+mn-cs"/>
            </a:endParaRPr>
          </a:p>
        </p:txBody>
      </p:sp>
      <p:sp>
        <p:nvSpPr>
          <p:cNvPr id="7" name="文本框 6"/>
          <p:cNvSpPr txBox="1"/>
          <p:nvPr/>
        </p:nvSpPr>
        <p:spPr>
          <a:xfrm>
            <a:off x="838200" y="1820863"/>
            <a:ext cx="6791325" cy="338138"/>
          </a:xfrm>
          <a:prstGeom prst="rect">
            <a:avLst/>
          </a:prstGeom>
          <a:noFill/>
        </p:spPr>
        <p:txBody>
          <a:bodyPr>
            <a:spAutoFit/>
          </a:bodyPr>
          <a:lstStyle/>
          <a:p>
            <a:pPr marR="0" defTabSz="914400">
              <a:buClrTx/>
              <a:buSzTx/>
              <a:buFontTx/>
              <a:buNone/>
              <a:defRPr/>
            </a:pP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include “proxy/</a:t>
            </a:r>
            <a:r>
              <a:rPr kumimoji="0" lang="en-US" altLang="zh-CN" sz="1600" kern="1200" cap="none" spc="0" normalizeH="0" baseline="0" noProof="0" dirty="0" err="1">
                <a:latin typeface="黑体" panose="02010609060101010101" pitchFamily="49" charset="-122"/>
                <a:ea typeface="华文楷体" panose="02010600040101010101" pitchFamily="2" charset="-122"/>
                <a:cs typeface="+mn-cs"/>
              </a:rPr>
              <a:t>ProxyIO.h</a:t>
            </a:r>
            <a:r>
              <a:rPr kumimoji="0" lang="en-US" altLang="zh-CN" sz="1600" kern="1200" cap="none" spc="0" normalizeH="0" baseline="0" noProof="0" dirty="0">
                <a:latin typeface="黑体" panose="02010609060101010101" pitchFamily="49" charset="-122"/>
                <a:ea typeface="华文楷体" panose="02010600040101010101" pitchFamily="2" charset="-122"/>
                <a:cs typeface="+mn-cs"/>
              </a:rPr>
              <a:t>” </a:t>
            </a:r>
            <a:endParaRPr kumimoji="0" lang="en-US" altLang="zh-CN" sz="1600" kern="1200" cap="none" spc="0" normalizeH="0" baseline="0" noProof="0" dirty="0">
              <a:latin typeface="+mn-ea"/>
              <a:ea typeface="微软雅黑" panose="020B0503020204020204" pitchFamily="34" charset="-122"/>
              <a:cs typeface="+mn-cs"/>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9746" name="Picture 18" descr="C:\Users\Administrator\Desktop\华数logo.png"/>
          <p:cNvPicPr>
            <a:picLocks noChangeAspect="1"/>
          </p:cNvPicPr>
          <p:nvPr/>
        </p:nvPicPr>
        <p:blipFill>
          <a:blip r:embed="rId1"/>
          <a:stretch>
            <a:fillRect/>
          </a:stretch>
        </p:blipFill>
        <p:spPr>
          <a:xfrm>
            <a:off x="7715250" y="4691063"/>
            <a:ext cx="1039813" cy="358775"/>
          </a:xfrm>
          <a:prstGeom prst="rect">
            <a:avLst/>
          </a:prstGeom>
          <a:solidFill>
            <a:schemeClr val="bg1"/>
          </a:solidFill>
          <a:ln w="9525">
            <a:noFill/>
          </a:ln>
        </p:spPr>
      </p:pic>
      <p:cxnSp>
        <p:nvCxnSpPr>
          <p:cNvPr id="159747" name="直接连接符 4"/>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sp>
        <p:nvSpPr>
          <p:cNvPr id="11" name="标题 4"/>
          <p:cNvSpPr txBox="1"/>
          <p:nvPr/>
        </p:nvSpPr>
        <p:spPr>
          <a:xfrm>
            <a:off x="323850" y="139700"/>
            <a:ext cx="8431213" cy="427038"/>
          </a:xfrm>
          <a:prstGeom prst="rect">
            <a:avLst/>
          </a:prstGeom>
        </p:spPr>
        <p:txBody>
          <a:bodyPr>
            <a:normAutofit lnSpcReduction="10000"/>
          </a:bodyPr>
          <a:lstStyle>
            <a:lvl1pPr algn="l" rtl="0" eaLnBrk="0" fontAlgn="base" hangingPunct="0">
              <a:spcBef>
                <a:spcPct val="0"/>
              </a:spcBef>
              <a:spcAft>
                <a:spcPct val="0"/>
              </a:spcAft>
              <a:defRPr sz="2400" b="1">
                <a:solidFill>
                  <a:schemeClr val="tx2"/>
                </a:solidFill>
                <a:latin typeface="+mj-lt"/>
                <a:ea typeface="+mj-ea"/>
                <a:cs typeface="+mj-cs"/>
              </a:defRPr>
            </a:lvl1pPr>
            <a:lvl2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24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2"/>
                </a:solidFill>
                <a:effectLst/>
                <a:uLnTx/>
                <a:uFillTx/>
                <a:latin typeface="+mn-ea"/>
                <a:ea typeface="+mj-ea"/>
                <a:cs typeface="+mj-cs"/>
              </a:rPr>
              <a:t>4.</a:t>
            </a:r>
            <a:r>
              <a:rPr kumimoji="0" lang="zh-CN" altLang="en-US" sz="2400" b="1" i="0" u="none" strike="noStrike" kern="1200" cap="none" spc="0" normalizeH="0" baseline="0" noProof="0" dirty="0">
                <a:ln>
                  <a:noFill/>
                </a:ln>
                <a:solidFill>
                  <a:schemeClr val="tx2"/>
                </a:solidFill>
                <a:effectLst/>
                <a:uLnTx/>
                <a:uFillTx/>
                <a:latin typeface="+mn-ea"/>
                <a:ea typeface="+mj-ea"/>
                <a:cs typeface="+mj-cs"/>
              </a:rPr>
              <a:t>接口补充说明</a:t>
            </a:r>
            <a:r>
              <a:rPr kumimoji="0" lang="en-US" altLang="zh-CN" sz="2400" b="1" i="0" u="none" strike="noStrike" kern="1200" cap="none" spc="0" normalizeH="0" baseline="0" noProof="0" dirty="0">
                <a:ln>
                  <a:noFill/>
                </a:ln>
                <a:solidFill>
                  <a:schemeClr val="tx2"/>
                </a:solidFill>
                <a:effectLst/>
                <a:uLnTx/>
                <a:uFillTx/>
                <a:latin typeface="+mn-ea"/>
                <a:ea typeface="+mj-ea"/>
                <a:cs typeface="+mj-cs"/>
              </a:rPr>
              <a:t>- </a:t>
            </a:r>
            <a:r>
              <a:rPr kumimoji="0" lang="en-US" altLang="zh-CN" sz="2400" b="1" i="0" u="none" strike="noStrike" kern="1200" cap="none" spc="0" normalizeH="0" baseline="0" noProof="0" dirty="0" err="1">
                <a:ln>
                  <a:noFill/>
                </a:ln>
                <a:solidFill>
                  <a:schemeClr val="tx2"/>
                </a:solidFill>
                <a:effectLst/>
                <a:uLnTx/>
                <a:uFillTx/>
                <a:latin typeface="+mj-lt"/>
                <a:ea typeface="+mj-ea"/>
                <a:cs typeface="+mj-cs"/>
              </a:rPr>
              <a:t>ProxyIO</a:t>
            </a:r>
            <a:endParaRPr kumimoji="0" lang="zh-CN" altLang="en-US" sz="2400" b="1" i="0" u="none" strike="noStrike" kern="0" cap="none" spc="0" normalizeH="0" baseline="0" noProof="0" dirty="0">
              <a:ln>
                <a:noFill/>
              </a:ln>
              <a:solidFill>
                <a:schemeClr val="tx2"/>
              </a:solidFill>
              <a:effectLst/>
              <a:uLnTx/>
              <a:uFillTx/>
              <a:latin typeface="+mj-lt"/>
              <a:ea typeface="+mj-ea"/>
              <a:cs typeface="+mj-cs"/>
            </a:endParaRPr>
          </a:p>
        </p:txBody>
      </p:sp>
      <p:sp>
        <p:nvSpPr>
          <p:cNvPr id="6" name="矩形 5"/>
          <p:cNvSpPr/>
          <p:nvPr/>
        </p:nvSpPr>
        <p:spPr>
          <a:xfrm>
            <a:off x="971550" y="842963"/>
            <a:ext cx="7031038" cy="746125"/>
          </a:xfrm>
          <a:prstGeom prst="rect">
            <a:avLst/>
          </a:prstGeom>
        </p:spPr>
        <p:style>
          <a:lnRef idx="1">
            <a:schemeClr val="dk1"/>
          </a:lnRef>
          <a:fillRef idx="2">
            <a:schemeClr val="dk1"/>
          </a:fillRef>
          <a:effectRef idx="1">
            <a:schemeClr val="dk1"/>
          </a:effectRef>
          <a:fontRef idx="minor">
            <a:schemeClr val="dk1"/>
          </a:fontRef>
        </p:style>
        <p:txBody>
          <a:bodyP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dk1"/>
                </a:solidFill>
                <a:effectLst/>
                <a:uLnTx/>
                <a:uFillTx/>
                <a:latin typeface="+mn-lt"/>
                <a:ea typeface="+mn-ea"/>
                <a:cs typeface="+mn-cs"/>
              </a:rPr>
              <a:t>获取数字输入分组值</a:t>
            </a:r>
            <a:endParaRPr kumimoji="0" lang="zh-CN" altLang="zh-CN" sz="1600" b="0" i="0" u="none" strike="noStrike" kern="1200" cap="none" spc="0" normalizeH="0" baseline="0" noProof="0" dirty="0">
              <a:ln>
                <a:noFill/>
              </a:ln>
              <a:solidFill>
                <a:schemeClr val="dk1"/>
              </a:solidFill>
              <a:effectLst/>
              <a:uLnTx/>
              <a:uFillTx/>
              <a:latin typeface="+mn-lt"/>
              <a:ea typeface="+mn-ea"/>
              <a:cs typeface="+mn-cs"/>
            </a:endParaRPr>
          </a:p>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Hsc3::</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Comm</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HMCErrCode</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a:t>
            </a:r>
            <a:r>
              <a:rPr kumimoji="0" lang="en-US" altLang="zh-CN" sz="1600" b="0" i="0" u="none" strike="noStrike" kern="1200" cap="none" spc="0" normalizeH="0" baseline="0" noProof="0" dirty="0" err="1">
                <a:ln>
                  <a:noFill/>
                </a:ln>
                <a:solidFill>
                  <a:srgbClr val="E36925"/>
                </a:solidFill>
                <a:effectLst/>
                <a:uLnTx/>
                <a:uFillTx/>
                <a:latin typeface="+mn-lt"/>
                <a:ea typeface="+mn-ea"/>
                <a:cs typeface="+mn-cs"/>
              </a:rPr>
              <a:t>getDinGrp</a:t>
            </a:r>
            <a:r>
              <a:rPr kumimoji="0" lang="en-US" altLang="zh-CN" sz="1600" b="0" i="0" u="none" strike="noStrike" kern="1200" cap="none" spc="0" normalizeH="0" baseline="0" noProof="0" dirty="0">
                <a:ln>
                  <a:noFill/>
                </a:ln>
                <a:solidFill>
                  <a:srgbClr val="E36925"/>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(int32_t </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grpIndex</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 uint32_t &amp;</a:t>
            </a:r>
            <a:r>
              <a:rPr kumimoji="0" lang="en-US" altLang="zh-CN" sz="1600" b="0" i="0" u="none" strike="noStrike" kern="1200" cap="none" spc="0" normalizeH="0" baseline="0" noProof="0" dirty="0" err="1">
                <a:ln>
                  <a:noFill/>
                </a:ln>
                <a:solidFill>
                  <a:schemeClr val="dk1"/>
                </a:solidFill>
                <a:effectLst/>
                <a:uLnTx/>
                <a:uFillTx/>
                <a:latin typeface="+mn-lt"/>
                <a:ea typeface="+mn-ea"/>
                <a:cs typeface="+mn-cs"/>
              </a:rPr>
              <a:t>num</a:t>
            </a:r>
            <a:r>
              <a:rPr kumimoji="0" lang="en-US" altLang="zh-CN" sz="1600" b="0" i="0" u="none" strike="noStrike" kern="1200" cap="none" spc="0" normalizeH="0" baseline="0" noProof="0" dirty="0">
                <a:ln>
                  <a:noFill/>
                </a:ln>
                <a:solidFill>
                  <a:schemeClr val="dk1"/>
                </a:solidFill>
                <a:effectLst/>
                <a:uLnTx/>
                <a:uFillTx/>
                <a:latin typeface="+mn-lt"/>
                <a:ea typeface="+mn-ea"/>
                <a:cs typeface="+mn-cs"/>
              </a:rPr>
              <a:t>)</a:t>
            </a:r>
            <a:endParaRPr kumimoji="0" lang="zh-CN" altLang="zh-CN" sz="16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矩形 8"/>
          <p:cNvSpPr/>
          <p:nvPr/>
        </p:nvSpPr>
        <p:spPr>
          <a:xfrm>
            <a:off x="971550" y="1576388"/>
            <a:ext cx="7031038" cy="22590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l" defTabSz="914400" rtl="0" eaLnBrk="0" fontAlgn="t"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lt"/>
                <a:ea typeface="+mn-ea"/>
                <a:cs typeface="+mn-cs"/>
              </a:rPr>
              <a:t>Return</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rgbClr val="00B0F0"/>
                </a:solidFill>
                <a:effectLst/>
                <a:uLnTx/>
                <a:uFillTx/>
                <a:latin typeface="+mn-lt"/>
                <a:ea typeface="+mn-ea"/>
                <a:cs typeface="+mn-cs"/>
              </a:rPr>
              <a:t>        HMCErrCode </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错误码</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err="1">
                <a:ln>
                  <a:noFill/>
                </a:ln>
                <a:solidFill>
                  <a:schemeClr val="tx1"/>
                </a:solidFill>
                <a:effectLst/>
                <a:uLnTx/>
                <a:uFillTx/>
                <a:latin typeface="+mn-lt"/>
                <a:ea typeface="+mn-ea"/>
                <a:cs typeface="+mn-cs"/>
              </a:rPr>
              <a:t>param</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tx1"/>
                </a:solidFill>
                <a:effectLst/>
                <a:uLnTx/>
                <a:uFillTx/>
                <a:latin typeface="+mn-lt"/>
                <a:ea typeface="+mn-ea"/>
                <a:cs typeface="+mn-cs"/>
              </a:rPr>
              <a:t>grpIndex</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分组号，（</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0-n-1</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err="1">
                <a:ln>
                  <a:noFill/>
                </a:ln>
                <a:solidFill>
                  <a:schemeClr val="tx1"/>
                </a:solidFill>
                <a:effectLst/>
                <a:uLnTx/>
                <a:uFillTx/>
                <a:latin typeface="+mn-lt"/>
                <a:ea typeface="+mn-ea"/>
                <a:cs typeface="+mn-cs"/>
              </a:rPr>
              <a:t>num</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返回值，</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32</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位无符号整数，二进制下</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最低位代表分组中数字输入</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的值，最高位代表数字输入</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31</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的值，对应为</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时代表有输入，为</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则无输入</a:t>
            </a:r>
            <a:endParaRPr kumimoji="0" lang="zh-CN" altLang="en-US"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159751" name="文本框 9"/>
          <p:cNvSpPr txBox="1"/>
          <p:nvPr/>
        </p:nvSpPr>
        <p:spPr>
          <a:xfrm>
            <a:off x="971550" y="3890963"/>
            <a:ext cx="7031038" cy="584200"/>
          </a:xfrm>
          <a:prstGeom prst="rect">
            <a:avLst/>
          </a:prstGeom>
          <a:noFill/>
          <a:ln w="9525">
            <a:noFill/>
          </a:ln>
        </p:spPr>
        <p:txBody>
          <a:bodyPr>
            <a:spAutoFit/>
          </a:bodyPr>
          <a:p>
            <a:r>
              <a:rPr lang="en-US" altLang="zh-CN" sz="1600" dirty="0">
                <a:latin typeface="黑体" panose="02010609060101010101" pitchFamily="49" charset="-122"/>
              </a:rPr>
              <a:t>getDinMaskGrp()</a:t>
            </a:r>
            <a:r>
              <a:rPr lang="zh-CN" altLang="en-US" sz="1600" dirty="0">
                <a:latin typeface="黑体" panose="02010609060101010101" pitchFamily="49" charset="-122"/>
              </a:rPr>
              <a:t>、</a:t>
            </a:r>
            <a:r>
              <a:rPr lang="en-US" altLang="zh-CN" sz="1600" dirty="0">
                <a:latin typeface="黑体" panose="02010609060101010101" pitchFamily="49" charset="-122"/>
              </a:rPr>
              <a:t>getDoutGrp()</a:t>
            </a:r>
            <a:r>
              <a:rPr lang="zh-CN" altLang="en-US" sz="1600" dirty="0">
                <a:latin typeface="黑体" panose="02010609060101010101" pitchFamily="49" charset="-122"/>
              </a:rPr>
              <a:t>、</a:t>
            </a:r>
            <a:r>
              <a:rPr lang="en-US" altLang="zh-CN" sz="1600" dirty="0">
                <a:latin typeface="黑体" panose="02010609060101010101" pitchFamily="49" charset="-122"/>
              </a:rPr>
              <a:t> getDoutMaskGrp()</a:t>
            </a:r>
            <a:r>
              <a:rPr lang="zh-CN" altLang="en-US" sz="1600" dirty="0">
                <a:latin typeface="黑体" panose="02010609060101010101" pitchFamily="49" charset="-122"/>
              </a:rPr>
              <a:t>接口与返回值的意义与此接口相同。</a:t>
            </a:r>
            <a:endParaRPr lang="zh-CN" altLang="en-US" sz="1600" dirty="0">
              <a:latin typeface="黑体" panose="02010609060101010101" pitchFamily="49"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61794" name="直接连接符 2"/>
          <p:cNvCxnSpPr/>
          <p:nvPr/>
        </p:nvCxnSpPr>
        <p:spPr>
          <a:xfrm>
            <a:off x="71438" y="4857750"/>
            <a:ext cx="7500937" cy="1588"/>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cxnSp>
        <p:nvCxnSpPr>
          <p:cNvPr id="161795" name="直接连接符 3"/>
          <p:cNvCxnSpPr/>
          <p:nvPr/>
        </p:nvCxnSpPr>
        <p:spPr>
          <a:xfrm>
            <a:off x="8358188" y="4856163"/>
            <a:ext cx="642937" cy="1587"/>
          </a:xfrm>
          <a:prstGeom prst="line">
            <a:avLst/>
          </a:prstGeom>
          <a:ln w="9525" cap="flat" cmpd="sng">
            <a:solidFill>
              <a:schemeClr val="accent2"/>
            </a:solidFill>
            <a:prstDash val="solid"/>
            <a:headEnd type="none" w="med" len="med"/>
            <a:tailEnd type="none" w="med" len="med"/>
          </a:ln>
          <a:effectLst>
            <a:outerShdw dist="17961" dir="2699999" algn="ctr" rotWithShape="0">
              <a:srgbClr val="000000">
                <a:alpha val="50000"/>
              </a:srgbClr>
            </a:outerShdw>
          </a:effectLst>
        </p:spPr>
      </p:cxnSp>
      <p:pic>
        <p:nvPicPr>
          <p:cNvPr id="161796" name="图片 7" descr="g-005.gif"/>
          <p:cNvPicPr>
            <a:picLocks noChangeAspect="1"/>
          </p:cNvPicPr>
          <p:nvPr/>
        </p:nvPicPr>
        <p:blipFill>
          <a:blip r:embed="rId1"/>
          <a:stretch>
            <a:fillRect/>
          </a:stretch>
        </p:blipFill>
        <p:spPr>
          <a:xfrm>
            <a:off x="339725" y="1563688"/>
            <a:ext cx="8335963" cy="2327275"/>
          </a:xfrm>
          <a:prstGeom prst="rect">
            <a:avLst/>
          </a:prstGeom>
          <a:noFill/>
          <a:ln w="9525">
            <a:noFill/>
          </a:ln>
        </p:spPr>
      </p:pic>
      <p:sp>
        <p:nvSpPr>
          <p:cNvPr id="161797" name="Text Box 6"/>
          <p:cNvSpPr txBox="1"/>
          <p:nvPr/>
        </p:nvSpPr>
        <p:spPr>
          <a:xfrm>
            <a:off x="179388" y="793750"/>
            <a:ext cx="8072437" cy="688975"/>
          </a:xfrm>
          <a:prstGeom prst="rect">
            <a:avLst/>
          </a:prstGeom>
          <a:noFill/>
          <a:ln w="9525">
            <a:noFill/>
          </a:ln>
        </p:spPr>
        <p:txBody>
          <a:bodyPr lIns="72551" tIns="36242" rIns="72551" bIns="36242">
            <a:spAutoFit/>
          </a:bodyPr>
          <a:p>
            <a:pPr algn="ctr" defTabSz="1132205" eaLnBrk="1" hangingPunct="1"/>
            <a:r>
              <a:rPr lang="zh-CN" altLang="en-US" sz="4000" b="1" dirty="0">
                <a:solidFill>
                  <a:schemeClr val="accent2"/>
                </a:solidFill>
                <a:latin typeface="Arial" panose="020B0604020202020204" pitchFamily="34" charset="0"/>
              </a:rPr>
              <a:t>谢谢！</a:t>
            </a:r>
            <a:endParaRPr lang="zh-CN" altLang="en-US" sz="4000" b="1" dirty="0">
              <a:solidFill>
                <a:schemeClr val="accent2"/>
              </a:solidFill>
              <a:latin typeface="Arial" panose="020B0604020202020204" pitchFamily="34" charset="0"/>
            </a:endParaRPr>
          </a:p>
        </p:txBody>
      </p:sp>
      <p:pic>
        <p:nvPicPr>
          <p:cNvPr id="161798" name="Picture 1"/>
          <p:cNvPicPr>
            <a:picLocks noChangeAspect="1"/>
          </p:cNvPicPr>
          <p:nvPr/>
        </p:nvPicPr>
        <p:blipFill>
          <a:blip r:embed="rId2"/>
          <a:stretch>
            <a:fillRect/>
          </a:stretch>
        </p:blipFill>
        <p:spPr>
          <a:xfrm>
            <a:off x="4857750" y="4000500"/>
            <a:ext cx="2011363" cy="857250"/>
          </a:xfrm>
          <a:prstGeom prst="rect">
            <a:avLst/>
          </a:prstGeom>
          <a:noFill/>
          <a:ln w="9525">
            <a:noFill/>
          </a:ln>
        </p:spPr>
      </p:pic>
      <p:pic>
        <p:nvPicPr>
          <p:cNvPr id="161799" name="Picture 18" descr="C:\Users\Administrator\Desktop\华数logo.png"/>
          <p:cNvPicPr>
            <a:picLocks noChangeAspect="1"/>
          </p:cNvPicPr>
          <p:nvPr/>
        </p:nvPicPr>
        <p:blipFill>
          <a:blip r:embed="rId3"/>
          <a:stretch>
            <a:fillRect/>
          </a:stretch>
        </p:blipFill>
        <p:spPr>
          <a:xfrm>
            <a:off x="7715250" y="4691063"/>
            <a:ext cx="1039813" cy="358775"/>
          </a:xfrm>
          <a:prstGeom prst="rect">
            <a:avLst/>
          </a:prstGeom>
          <a:solidFill>
            <a:schemeClr val="bg1"/>
          </a:solidFill>
          <a:ln w="9525">
            <a:noFill/>
          </a:ln>
        </p:spPr>
      </p:pic>
    </p:spTree>
  </p:cSld>
  <p:clrMapOvr>
    <a:masterClrMapping/>
  </p:clrMapOvr>
  <p:transition/>
</p:sld>
</file>

<file path=ppt/tags/tag1.xml><?xml version="1.0" encoding="utf-8"?>
<p:tagLst xmlns:p="http://schemas.openxmlformats.org/presentationml/2006/main">
  <p:tag name="COMMONDATA" val="eyJoZGlkIjoiNzg1NDAzNDkyYTllMjhkYWFiZTA5OGE5OTJmY2I4MjQifQ=="/>
</p:tagLst>
</file>

<file path=ppt/theme/theme1.xml><?xml version="1.0" encoding="utf-8"?>
<a:theme xmlns:a="http://schemas.openxmlformats.org/drawingml/2006/main" name="数控技术发展与职业教育创新(新0)0713">
  <a:themeElements>
    <a:clrScheme name="数控技术发展与职业教育创新(新0)0713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fontScheme name="数控技术发展与职业教育创新(新0)0713">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数控技术发展与职业教育创新(新0)0713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clrMap bg1="lt1" tx1="dk1" bg2="lt2" tx2="dk2" accent1="accent1" accent2="accent2" accent3="accent3" accent4="accent4" accent5="accent5" accent6="accent6" hlink="hlink" folHlink="folHlink"/>
    </a:extraClrScheme>
    <a:extraClrScheme>
      <a:clrScheme name="数控技术发展与职业教育创新(新0)0713 2">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数控技术发展与职业教育创新(新0)0713 3">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99"/>
        </a:folHlink>
      </a:clrScheme>
      <a:clrMap bg1="dk2" tx1="lt1" bg2="dk1" tx2="lt2" accent1="accent1" accent2="accent2" accent3="accent3" accent4="accent4" accent5="accent5" accent6="accent6" hlink="hlink" folHlink="folHlink"/>
    </a:extraClrScheme>
    <a:extraClrScheme>
      <a:clrScheme name="数控技术发展与职业教育创新(新0)0713 4">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B9"/>
        </a:folHlink>
      </a:clrScheme>
      <a:clrMap bg1="dk2" tx1="lt1" bg2="dk1" tx2="lt2" accent1="accent1" accent2="accent2" accent3="accent3" accent4="accent4" accent5="accent5" accent6="accent6" hlink="hlink" folHlink="folHlink"/>
    </a:extraClrScheme>
    <a:extraClrScheme>
      <a:clrScheme name="数控技术发展与职业教育创新(新0)0713 5">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00"/>
        </a:folHlink>
      </a:clrScheme>
      <a:clrMap bg1="dk2" tx1="lt1" bg2="dk1" tx2="lt2" accent1="accent1" accent2="accent2" accent3="accent3" accent4="accent4" accent5="accent5" accent6="accent6" hlink="hlink" folHlink="folHlink"/>
    </a:extraClrScheme>
    <a:extraClrScheme>
      <a:clrScheme name="数控技术发展与职业教育创新(新0)0713 6">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数控技术发展与职业教育创新(新0)0713 7">
        <a:dk1>
          <a:srgbClr val="B2B2B2"/>
        </a:dk1>
        <a:lt1>
          <a:srgbClr val="FFFFFF"/>
        </a:lt1>
        <a:dk2>
          <a:srgbClr val="000000"/>
        </a:dk2>
        <a:lt2>
          <a:srgbClr val="FFFFFF"/>
        </a:lt2>
        <a:accent1>
          <a:srgbClr val="43A1FF"/>
        </a:accent1>
        <a:accent2>
          <a:srgbClr val="001F5C"/>
        </a:accent2>
        <a:accent3>
          <a:srgbClr val="AAAAAA"/>
        </a:accent3>
        <a:accent4>
          <a:srgbClr val="DADADA"/>
        </a:accent4>
        <a:accent5>
          <a:srgbClr val="B0CDFF"/>
        </a:accent5>
        <a:accent6>
          <a:srgbClr val="001B53"/>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数控技术发展与职业教育创新(新0)0713 8">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pyright (c) 2007-2010 NordriDesign™ _light">
  <a:themeElements>
    <a:clrScheme name="Copyright (c) 2007-2010 NordriDesign™ _light 9">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fontScheme name="Copyright (c) 2007-2010 NordriDesign™ _light">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Copyright (c) 2007-2010 NordriDesign™ _light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clrMap bg1="lt1" tx1="dk1" bg2="lt2" tx2="dk2" accent1="accent1" accent2="accent2" accent3="accent3" accent4="accent4" accent5="accent5" accent6="accent6" hlink="hlink" folHlink="folHlink"/>
    </a:extraClrScheme>
    <a:extraClrScheme>
      <a:clrScheme name="Copyright (c) 2007-2010 NordriDesign™ _light 2">
        <a:dk1>
          <a:srgbClr val="B2B2B2"/>
        </a:dk1>
        <a:lt1>
          <a:srgbClr val="FFFFFF"/>
        </a:lt1>
        <a:dk2>
          <a:srgbClr val="000000"/>
        </a:dk2>
        <a:lt2>
          <a:srgbClr val="FFFFFF"/>
        </a:lt2>
        <a:accent1>
          <a:srgbClr val="0066CC"/>
        </a:accent1>
        <a:accent2>
          <a:srgbClr val="003399"/>
        </a:accent2>
        <a:accent3>
          <a:srgbClr val="AAAAAA"/>
        </a:accent3>
        <a:accent4>
          <a:srgbClr val="DADADA"/>
        </a:accent4>
        <a:accent5>
          <a:srgbClr val="AAB8E2"/>
        </a:accent5>
        <a:accent6>
          <a:srgbClr val="002D8A"/>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Copyright (c) 2007-2010 NordriDesign™ _light 3">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Copyright (c) 2007-2010 NordriDesign™ _light 4">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99"/>
        </a:folHlink>
      </a:clrScheme>
      <a:clrMap bg1="dk2" tx1="lt1" bg2="dk1" tx2="lt2" accent1="accent1" accent2="accent2" accent3="accent3" accent4="accent4" accent5="accent5" accent6="accent6" hlink="hlink" folHlink="folHlink"/>
    </a:extraClrScheme>
    <a:extraClrScheme>
      <a:clrScheme name="Copyright (c) 2007-2010 NordriDesign™ _light 5">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B9"/>
        </a:folHlink>
      </a:clrScheme>
      <a:clrMap bg1="dk2" tx1="lt1" bg2="dk1" tx2="lt2" accent1="accent1" accent2="accent2" accent3="accent3" accent4="accent4" accent5="accent5" accent6="accent6" hlink="hlink" folHlink="folHlink"/>
    </a:extraClrScheme>
    <a:extraClrScheme>
      <a:clrScheme name="Copyright (c) 2007-2010 NordriDesign™ _light 6">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00"/>
        </a:folHlink>
      </a:clrScheme>
      <a:clrMap bg1="dk2" tx1="lt1" bg2="dk1" tx2="lt2" accent1="accent1" accent2="accent2" accent3="accent3" accent4="accent4" accent5="accent5" accent6="accent6" hlink="hlink" folHlink="folHlink"/>
    </a:extraClrScheme>
    <a:extraClrScheme>
      <a:clrScheme name="Copyright (c) 2007-2010 NordriDesign™ _light 7">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Copyright (c) 2007-2010 NordriDesign™ _light 8">
        <a:dk1>
          <a:srgbClr val="B2B2B2"/>
        </a:dk1>
        <a:lt1>
          <a:srgbClr val="FFFFFF"/>
        </a:lt1>
        <a:dk2>
          <a:srgbClr val="000000"/>
        </a:dk2>
        <a:lt2>
          <a:srgbClr val="FFFFFF"/>
        </a:lt2>
        <a:accent1>
          <a:srgbClr val="43A1FF"/>
        </a:accent1>
        <a:accent2>
          <a:srgbClr val="001F5C"/>
        </a:accent2>
        <a:accent3>
          <a:srgbClr val="AAAAAA"/>
        </a:accent3>
        <a:accent4>
          <a:srgbClr val="DADADA"/>
        </a:accent4>
        <a:accent5>
          <a:srgbClr val="B0CDFF"/>
        </a:accent5>
        <a:accent6>
          <a:srgbClr val="001B53"/>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Copyright (c) 2007-2010 NordriDesign™ _light 9">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pyright (c) 2007-2010 NordriDesign™ _back">
  <a:themeElements>
    <a:clrScheme name="Copyright (c) 2007-2010 NordriDesign™ _back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fontScheme name="Copyright (c) 2007-2010 NordriDesign™ _bac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Copyright (c) 2007-2010 NordriDesign™ _back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clrMap bg1="lt1" tx1="dk1" bg2="lt2" tx2="dk2" accent1="accent1" accent2="accent2" accent3="accent3" accent4="accent4" accent5="accent5" accent6="accent6" hlink="hlink" folHlink="folHlink"/>
    </a:extraClrScheme>
    <a:extraClrScheme>
      <a:clrScheme name="Copyright (c) 2007-2010 NordriDesign™ _back 2">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Copyright (c) 2007-2010 NordriDesign™ _back 3">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99"/>
        </a:folHlink>
      </a:clrScheme>
      <a:clrMap bg1="dk2" tx1="lt1" bg2="dk1" tx2="lt2" accent1="accent1" accent2="accent2" accent3="accent3" accent4="accent4" accent5="accent5" accent6="accent6" hlink="hlink" folHlink="folHlink"/>
    </a:extraClrScheme>
    <a:extraClrScheme>
      <a:clrScheme name="Copyright (c) 2007-2010 NordriDesign™ _back 4">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B9"/>
        </a:folHlink>
      </a:clrScheme>
      <a:clrMap bg1="dk2" tx1="lt1" bg2="dk1" tx2="lt2" accent1="accent1" accent2="accent2" accent3="accent3" accent4="accent4" accent5="accent5" accent6="accent6" hlink="hlink" folHlink="folHlink"/>
    </a:extraClrScheme>
    <a:extraClrScheme>
      <a:clrScheme name="Copyright (c) 2007-2010 NordriDesign™ _back 5">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00"/>
        </a:folHlink>
      </a:clrScheme>
      <a:clrMap bg1="dk2" tx1="lt1" bg2="dk1" tx2="lt2" accent1="accent1" accent2="accent2" accent3="accent3" accent4="accent4" accent5="accent5" accent6="accent6" hlink="hlink" folHlink="folHlink"/>
    </a:extraClrScheme>
    <a:extraClrScheme>
      <a:clrScheme name="Copyright (c) 2007-2010 NordriDesign™ _back 6">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Copyright (c) 2007-2010 NordriDesign™ _back 7">
        <a:dk1>
          <a:srgbClr val="B2B2B2"/>
        </a:dk1>
        <a:lt1>
          <a:srgbClr val="FFFFFF"/>
        </a:lt1>
        <a:dk2>
          <a:srgbClr val="000000"/>
        </a:dk2>
        <a:lt2>
          <a:srgbClr val="FFFFFF"/>
        </a:lt2>
        <a:accent1>
          <a:srgbClr val="43A1FF"/>
        </a:accent1>
        <a:accent2>
          <a:srgbClr val="001F5C"/>
        </a:accent2>
        <a:accent3>
          <a:srgbClr val="AAAAAA"/>
        </a:accent3>
        <a:accent4>
          <a:srgbClr val="DADADA"/>
        </a:accent4>
        <a:accent5>
          <a:srgbClr val="B0CDFF"/>
        </a:accent5>
        <a:accent6>
          <a:srgbClr val="001B53"/>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Copyright (c) 2007-2010 NordriDesign™ _back 8">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6_Copyright (c) 2007-2010 NordriDesign™ _back">
  <a:themeElements>
    <a:clrScheme name="16_Copyright (c) 2007-2010 NordriDesign™ _back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fontScheme name="16_Copyright (c) 2007-2010 NordriDesign™ _bac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6_Copyright (c) 2007-2010 NordriDesign™ _back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clrMap bg1="lt1" tx1="dk1" bg2="lt2" tx2="dk2" accent1="accent1" accent2="accent2" accent3="accent3" accent4="accent4" accent5="accent5" accent6="accent6" hlink="hlink" folHlink="folHlink"/>
    </a:extraClrScheme>
    <a:extraClrScheme>
      <a:clrScheme name="16_Copyright (c) 2007-2010 NordriDesign™ _back 2">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16_Copyright (c) 2007-2010 NordriDesign™ _back 3">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99"/>
        </a:folHlink>
      </a:clrScheme>
      <a:clrMap bg1="dk2" tx1="lt1" bg2="dk1" tx2="lt2" accent1="accent1" accent2="accent2" accent3="accent3" accent4="accent4" accent5="accent5" accent6="accent6" hlink="hlink" folHlink="folHlink"/>
    </a:extraClrScheme>
    <a:extraClrScheme>
      <a:clrScheme name="16_Copyright (c) 2007-2010 NordriDesign™ _back 4">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B9"/>
        </a:folHlink>
      </a:clrScheme>
      <a:clrMap bg1="dk2" tx1="lt1" bg2="dk1" tx2="lt2" accent1="accent1" accent2="accent2" accent3="accent3" accent4="accent4" accent5="accent5" accent6="accent6" hlink="hlink" folHlink="folHlink"/>
    </a:extraClrScheme>
    <a:extraClrScheme>
      <a:clrScheme name="16_Copyright (c) 2007-2010 NordriDesign™ _back 5">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00"/>
        </a:folHlink>
      </a:clrScheme>
      <a:clrMap bg1="dk2" tx1="lt1" bg2="dk1" tx2="lt2" accent1="accent1" accent2="accent2" accent3="accent3" accent4="accent4" accent5="accent5" accent6="accent6" hlink="hlink" folHlink="folHlink"/>
    </a:extraClrScheme>
    <a:extraClrScheme>
      <a:clrScheme name="16_Copyright (c) 2007-2010 NordriDesign™ _back 6">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16_Copyright (c) 2007-2010 NordriDesign™ _back 7">
        <a:dk1>
          <a:srgbClr val="B2B2B2"/>
        </a:dk1>
        <a:lt1>
          <a:srgbClr val="FFFFFF"/>
        </a:lt1>
        <a:dk2>
          <a:srgbClr val="000000"/>
        </a:dk2>
        <a:lt2>
          <a:srgbClr val="FFFFFF"/>
        </a:lt2>
        <a:accent1>
          <a:srgbClr val="43A1FF"/>
        </a:accent1>
        <a:accent2>
          <a:srgbClr val="001F5C"/>
        </a:accent2>
        <a:accent3>
          <a:srgbClr val="AAAAAA"/>
        </a:accent3>
        <a:accent4>
          <a:srgbClr val="DADADA"/>
        </a:accent4>
        <a:accent5>
          <a:srgbClr val="B0CDFF"/>
        </a:accent5>
        <a:accent6>
          <a:srgbClr val="001B53"/>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16_Copyright (c) 2007-2010 NordriDesign™ _back 8">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opyright (c) 2007-2010 NordriDesign™ _back">
  <a:themeElements>
    <a:clrScheme name="1_Copyright (c) 2007-2010 NordriDesign™ _back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fontScheme name="1_Copyright (c) 2007-2010 NordriDesign™ _bac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_Copyright (c) 2007-2010 NordriDesign™ _back 1">
        <a:dk1>
          <a:srgbClr val="000000"/>
        </a:dk1>
        <a:lt1>
          <a:srgbClr val="FFFFFF"/>
        </a:lt1>
        <a:dk2>
          <a:srgbClr val="FFFFFF"/>
        </a:dk2>
        <a:lt2>
          <a:srgbClr val="B2B2B2"/>
        </a:lt2>
        <a:accent1>
          <a:srgbClr val="0066CC"/>
        </a:accent1>
        <a:accent2>
          <a:srgbClr val="003399"/>
        </a:accent2>
        <a:accent3>
          <a:srgbClr val="FFFFFF"/>
        </a:accent3>
        <a:accent4>
          <a:srgbClr val="000000"/>
        </a:accent4>
        <a:accent5>
          <a:srgbClr val="AAB8E2"/>
        </a:accent5>
        <a:accent6>
          <a:srgbClr val="002D8A"/>
        </a:accent6>
        <a:hlink>
          <a:srgbClr val="FEA23C"/>
        </a:hlink>
        <a:folHlink>
          <a:srgbClr val="FFCC66"/>
        </a:folHlink>
      </a:clrScheme>
      <a:clrMap bg1="lt1" tx1="dk1" bg2="lt2" tx2="dk2" accent1="accent1" accent2="accent2" accent3="accent3" accent4="accent4" accent5="accent5" accent6="accent6" hlink="hlink" folHlink="folHlink"/>
    </a:extraClrScheme>
    <a:extraClrScheme>
      <a:clrScheme name="1_Copyright (c) 2007-2010 NordriDesign™ _back 2">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CC66"/>
        </a:folHlink>
      </a:clrScheme>
      <a:clrMap bg1="dk2" tx1="lt1" bg2="dk1" tx2="lt2" accent1="accent1" accent2="accent2" accent3="accent3" accent4="accent4" accent5="accent5" accent6="accent6" hlink="hlink" folHlink="folHlink"/>
    </a:extraClrScheme>
    <a:extraClrScheme>
      <a:clrScheme name="1_Copyright (c) 2007-2010 NordriDesign™ _back 3">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99"/>
        </a:folHlink>
      </a:clrScheme>
      <a:clrMap bg1="dk2" tx1="lt1" bg2="dk1" tx2="lt2" accent1="accent1" accent2="accent2" accent3="accent3" accent4="accent4" accent5="accent5" accent6="accent6" hlink="hlink" folHlink="folHlink"/>
    </a:extraClrScheme>
    <a:extraClrScheme>
      <a:clrScheme name="1_Copyright (c) 2007-2010 NordriDesign™ _back 4">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B9"/>
        </a:folHlink>
      </a:clrScheme>
      <a:clrMap bg1="dk2" tx1="lt1" bg2="dk1" tx2="lt2" accent1="accent1" accent2="accent2" accent3="accent3" accent4="accent4" accent5="accent5" accent6="accent6" hlink="hlink" folHlink="folHlink"/>
    </a:extraClrScheme>
    <a:extraClrScheme>
      <a:clrScheme name="1_Copyright (c) 2007-2010 NordriDesign™ _back 5">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00"/>
        </a:folHlink>
      </a:clrScheme>
      <a:clrMap bg1="dk2" tx1="lt1" bg2="dk1" tx2="lt2" accent1="accent1" accent2="accent2" accent3="accent3" accent4="accent4" accent5="accent5" accent6="accent6" hlink="hlink" folHlink="folHlink"/>
    </a:extraClrScheme>
    <a:extraClrScheme>
      <a:clrScheme name="1_Copyright (c) 2007-2010 NordriDesign™ _back 6">
        <a:dk1>
          <a:srgbClr val="B2B2B2"/>
        </a:dk1>
        <a:lt1>
          <a:srgbClr val="FFFFFF"/>
        </a:lt1>
        <a:dk2>
          <a:srgbClr val="000000"/>
        </a:dk2>
        <a:lt2>
          <a:srgbClr val="FFFFFF"/>
        </a:lt2>
        <a:accent1>
          <a:srgbClr val="43A1FF"/>
        </a:accent1>
        <a:accent2>
          <a:srgbClr val="0049DA"/>
        </a:accent2>
        <a:accent3>
          <a:srgbClr val="AAAAAA"/>
        </a:accent3>
        <a:accent4>
          <a:srgbClr val="DADADA"/>
        </a:accent4>
        <a:accent5>
          <a:srgbClr val="B0CDFF"/>
        </a:accent5>
        <a:accent6>
          <a:srgbClr val="0041C5"/>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1_Copyright (c) 2007-2010 NordriDesign™ _back 7">
        <a:dk1>
          <a:srgbClr val="B2B2B2"/>
        </a:dk1>
        <a:lt1>
          <a:srgbClr val="FFFFFF"/>
        </a:lt1>
        <a:dk2>
          <a:srgbClr val="000000"/>
        </a:dk2>
        <a:lt2>
          <a:srgbClr val="FFFFFF"/>
        </a:lt2>
        <a:accent1>
          <a:srgbClr val="43A1FF"/>
        </a:accent1>
        <a:accent2>
          <a:srgbClr val="001F5C"/>
        </a:accent2>
        <a:accent3>
          <a:srgbClr val="AAAAAA"/>
        </a:accent3>
        <a:accent4>
          <a:srgbClr val="DADADA"/>
        </a:accent4>
        <a:accent5>
          <a:srgbClr val="B0CDFF"/>
        </a:accent5>
        <a:accent6>
          <a:srgbClr val="001B53"/>
        </a:accent6>
        <a:hlink>
          <a:srgbClr val="FEA23C"/>
        </a:hlink>
        <a:folHlink>
          <a:srgbClr val="FFFF5B"/>
        </a:folHlink>
      </a:clrScheme>
      <a:clrMap bg1="dk2" tx1="lt1" bg2="dk1" tx2="lt2" accent1="accent1" accent2="accent2" accent3="accent3" accent4="accent4" accent5="accent5" accent6="accent6" hlink="hlink" folHlink="folHlink"/>
    </a:extraClrScheme>
    <a:extraClrScheme>
      <a:clrScheme name="1_Copyright (c) 2007-2010 NordriDesign™ _back 8">
        <a:dk1>
          <a:srgbClr val="B2B2B2"/>
        </a:dk1>
        <a:lt1>
          <a:srgbClr val="FFFFFF"/>
        </a:lt1>
        <a:dk2>
          <a:srgbClr val="000000"/>
        </a:dk2>
        <a:lt2>
          <a:srgbClr val="FFFFFF"/>
        </a:lt2>
        <a:accent1>
          <a:srgbClr val="43A1FF"/>
        </a:accent1>
        <a:accent2>
          <a:srgbClr val="00246C"/>
        </a:accent2>
        <a:accent3>
          <a:srgbClr val="AAAAAA"/>
        </a:accent3>
        <a:accent4>
          <a:srgbClr val="DADADA"/>
        </a:accent4>
        <a:accent5>
          <a:srgbClr val="B0CDFF"/>
        </a:accent5>
        <a:accent6>
          <a:srgbClr val="002061"/>
        </a:accent6>
        <a:hlink>
          <a:srgbClr val="FEA23C"/>
        </a:hlink>
        <a:folHlink>
          <a:srgbClr val="FFFF5B"/>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Copyright (c) 2007-2010 NordriDesign™ _light">
  <a:themeElements>
    <a:clrScheme name="2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2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2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数字化工程中心">
  <a:themeElements>
    <a:clrScheme name="1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数字化工程中心">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_数字化工程中心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数字化工程中心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数字化工程中心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数字化工程中心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数字化工程中心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数字化工程中心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数字化工程中心">
  <a:themeElements>
    <a:clrScheme name="2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数字化工程中心">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2_数字化工程中心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数字化工程中心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数字化工程中心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数字化工程中心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数字化工程中心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数字化工程中心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_数字化工程中心">
  <a:themeElements>
    <a:clrScheme name="3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数字化工程中心">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3_数字化工程中心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数字化工程中心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数字化工程中心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数字化工程中心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数字化工程中心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数字化工程中心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4_数字化工程中心">
  <a:themeElements>
    <a:clrScheme name="4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数字化工程中心">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4_数字化工程中心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4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数字化工程中心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数字化工程中心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数字化工程中心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数字化工程中心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4_数字化工程中心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3_Copyright (c) 2007-2010 NordriDesign™ _light">
  <a:themeElements>
    <a:clrScheme name="3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3_Copyright (c) 2007-2010 NordriDesign™ _ligh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3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8_数字化工程中心">
  <a:themeElements>
    <a:clrScheme name="8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8_数字化工程中心">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8_数字化工程中心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8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8_数字化工程中心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8_数字化工程中心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8_数字化工程中心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8_数字化工程中心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8_数字化工程中心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5_Copyright (c) 2007-2010 NordriDesign™ _light">
  <a:themeElements>
    <a:clrScheme name="5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5_Copyright (c) 2007-2010 NordriDesign™ _ligh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5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6_Copyright (c) 2007-2010 NordriDesign™ _light">
  <a:themeElements>
    <a:clrScheme name="6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6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6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7_Copyright (c) 2007-2010 NordriDesign™ _light">
  <a:themeElements>
    <a:clrScheme name="7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7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7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8_Copyright (c) 2007-2010 NordriDesign™ _light">
  <a:themeElements>
    <a:clrScheme name="8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8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8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9_Copyright (c) 2007-2010 NordriDesign™ _light">
  <a:themeElements>
    <a:clrScheme name="9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9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9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0_Copyright (c) 2007-2010 NordriDesign™ _light">
  <a:themeElements>
    <a:clrScheme name="10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0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0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1_Copyright (c) 2007-2010 NordriDesign™ _light">
  <a:themeElements>
    <a:clrScheme name="1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1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2_Copyright (c) 2007-2010 NordriDesign™ _light">
  <a:themeElements>
    <a:clrScheme name="12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2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2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3_Copyright (c) 2007-2010 NordriDesign™ _light">
  <a:themeElements>
    <a:clrScheme name="13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3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3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4_Copyright (c) 2007-2010 NordriDesign™ _light">
  <a:themeElements>
    <a:clrScheme name="14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4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4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15_Copyright (c) 2007-2010 NordriDesign™ _light">
  <a:themeElements>
    <a:clrScheme name="15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5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5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16_Copyright (c) 2007-2010 NordriDesign™ _light">
  <a:themeElements>
    <a:clrScheme name="16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6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6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17_Copyright (c) 2007-2010 NordriDesign™ _light">
  <a:themeElements>
    <a:clrScheme name="17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7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7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18_Copyright (c) 2007-2010 NordriDesign™ _light">
  <a:themeElements>
    <a:clrScheme name="18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8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8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19_Copyright (c) 2007-2010 NordriDesign™ _light">
  <a:themeElements>
    <a:clrScheme name="19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9_Copyright (c) 2007-2010 NordriDesign™ _light">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19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9_数字化工程中心">
  <a:themeElements>
    <a:clrScheme name="9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数字化工程中心">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accent1"/>
            </a:solidFill>
            <a:effectLst/>
            <a:latin typeface="黑体" panose="02010609060101010101" pitchFamily="49" charset="-122"/>
            <a:ea typeface="微软雅黑" panose="020B0503020204020204" pitchFamily="34" charset="-122"/>
          </a:defRPr>
        </a:defPPr>
      </a:lstStyle>
    </a:lnDef>
  </a:objectDefaults>
  <a:extraClrSchemeLst>
    <a:extraClrScheme>
      <a:clrScheme name="9_数字化工程中心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9_数字化工程中心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数字化工程中心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数字化工程中心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数字化工程中心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数字化工程中心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9_数字化工程中心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数控技术发展与职业教育创新(新0)0713</Template>
  <TotalTime>0</TotalTime>
  <Words>16228</Words>
  <Application>WPS 演示</Application>
  <PresentationFormat/>
  <Paragraphs>1023</Paragraphs>
  <Slides>67</Slides>
  <Notes>66</Notes>
  <HiddenSlides>0</HiddenSlides>
  <MMClips>0</MMClips>
  <ScaleCrop>false</ScaleCrop>
  <HeadingPairs>
    <vt:vector size="8" baseType="variant">
      <vt:variant>
        <vt:lpstr>已用的字体</vt:lpstr>
      </vt:variant>
      <vt:variant>
        <vt:i4>14</vt:i4>
      </vt:variant>
      <vt:variant>
        <vt:lpstr>主题</vt:lpstr>
      </vt:variant>
      <vt:variant>
        <vt:i4>28</vt:i4>
      </vt:variant>
      <vt:variant>
        <vt:lpstr>嵌入 OLE 服务器</vt:lpstr>
      </vt:variant>
      <vt:variant>
        <vt:i4>2</vt:i4>
      </vt:variant>
      <vt:variant>
        <vt:lpstr>幻灯片标题</vt:lpstr>
      </vt:variant>
      <vt:variant>
        <vt:i4>67</vt:i4>
      </vt:variant>
    </vt:vector>
  </HeadingPairs>
  <TitlesOfParts>
    <vt:vector size="111" baseType="lpstr">
      <vt:lpstr>Arial</vt:lpstr>
      <vt:lpstr>宋体</vt:lpstr>
      <vt:lpstr>Wingdings</vt:lpstr>
      <vt:lpstr>黑体</vt:lpstr>
      <vt:lpstr>微软雅黑</vt:lpstr>
      <vt:lpstr>Times New Roman</vt:lpstr>
      <vt:lpstr>+mn-ea</vt:lpstr>
      <vt:lpstr>Segoe Print</vt:lpstr>
      <vt:lpstr>Tahoma</vt:lpstr>
      <vt:lpstr>华文细黑</vt:lpstr>
      <vt:lpstr>华文楷体</vt:lpstr>
      <vt:lpstr>Calibri</vt:lpstr>
      <vt:lpstr>幼圆</vt:lpstr>
      <vt:lpstr>Arial Unicode MS</vt:lpstr>
      <vt:lpstr>数控技术发展与职业教育创新(新0)0713</vt:lpstr>
      <vt:lpstr>Copyright (c) 2007-2010 NordriDesign™ _light</vt:lpstr>
      <vt:lpstr>Copyright (c) 2007-2010 NordriDesign™ _back</vt:lpstr>
      <vt:lpstr>16_Copyright (c) 2007-2010 NordriDesign™ _back</vt:lpstr>
      <vt:lpstr>1_Copyright (c) 2007-2010 NordriDesign™ _back</vt:lpstr>
      <vt:lpstr>2_Copyright (c) 2007-2010 NordriDesign™ _light</vt:lpstr>
      <vt:lpstr>1_数字化工程中心</vt:lpstr>
      <vt:lpstr>2_数字化工程中心</vt:lpstr>
      <vt:lpstr>3_数字化工程中心</vt:lpstr>
      <vt:lpstr>4_数字化工程中心</vt:lpstr>
      <vt:lpstr>3_Copyright (c) 2007-2010 NordriDesign™ _light</vt:lpstr>
      <vt:lpstr>8_数字化工程中心</vt:lpstr>
      <vt:lpstr>5_Copyright (c) 2007-2010 NordriDesign™ _light</vt:lpstr>
      <vt:lpstr>6_Copyright (c) 2007-2010 NordriDesign™ _light</vt:lpstr>
      <vt:lpstr>7_Copyright (c) 2007-2010 NordriDesign™ _light</vt:lpstr>
      <vt:lpstr>8_Copyright (c) 2007-2010 NordriDesign™ _light</vt:lpstr>
      <vt:lpstr>9_Copyright (c) 2007-2010 NordriDesign™ _light</vt:lpstr>
      <vt:lpstr>10_Copyright (c) 2007-2010 NordriDesign™ _light</vt:lpstr>
      <vt:lpstr>11_Copyright (c) 2007-2010 NordriDesign™ _light</vt:lpstr>
      <vt:lpstr>12_Copyright (c) 2007-2010 NordriDesign™ _light</vt:lpstr>
      <vt:lpstr>13_Copyright (c) 2007-2010 NordriDesign™ _light</vt:lpstr>
      <vt:lpstr>14_Copyright (c) 2007-2010 NordriDesign™ _light</vt:lpstr>
      <vt:lpstr>15_Copyright (c) 2007-2010 NordriDesign™ _light</vt:lpstr>
      <vt:lpstr>16_Copyright (c) 2007-2010 NordriDesign™ _light</vt:lpstr>
      <vt:lpstr>17_Copyright (c) 2007-2010 NordriDesign™ _light</vt:lpstr>
      <vt:lpstr>18_Copyright (c) 2007-2010 NordriDesign™ _light</vt:lpstr>
      <vt:lpstr>19_Copyright (c) 2007-2010 NordriDesign™ _light</vt:lpstr>
      <vt:lpstr>9_数字化工程中心</vt:lpstr>
      <vt:lpstr>Word.Picture.8</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User</dc:creator>
  <cp:lastModifiedBy>Control</cp:lastModifiedBy>
  <cp:revision>776</cp:revision>
  <cp:lastPrinted>2011-10-09T09:59:14Z</cp:lastPrinted>
  <dcterms:created xsi:type="dcterms:W3CDTF">2014-08-01T07:30:00Z</dcterms:created>
  <dcterms:modified xsi:type="dcterms:W3CDTF">2025-08-30T09:19:14Z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2052-11.1.0.12165</vt:lpwstr>
  </property>
  <property fmtid="{D5CDD505-2E9C-101B-9397-08002B2CF9AE}" pid="3" name="ICV">
    <vt:lpwstr>A9933BCEBC434CC59EF0B89477010FA3</vt:lpwstr>
  </property>
</Properties>
</file>